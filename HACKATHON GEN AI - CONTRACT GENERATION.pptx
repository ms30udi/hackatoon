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2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3" r:id="rId2"/>
    <p:sldMasterId id="2147483766" r:id="rId3"/>
  </p:sldMasterIdLst>
  <p:notesMasterIdLst>
    <p:notesMasterId r:id="rId7"/>
  </p:notesMasterIdLst>
  <p:sldIdLst>
    <p:sldId id="2145706638" r:id="rId4"/>
    <p:sldId id="310" r:id="rId5"/>
    <p:sldId id="32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8" d="100"/>
          <a:sy n="78" d="100"/>
        </p:scale>
        <p:origin x="-176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13CC6-E15F-4FC8-85B9-4D1157577BA8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EAD72-56A3-4103-9BBF-F695DF7A88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148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173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57E6-EE73-C69C-A6E8-B71F7DEA5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DD6D3-4784-EB59-CAB6-A3CB63BED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10589-1AA3-DB29-3DBC-F2AAE2CE6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A8080-18DF-2DCD-CD42-0E01B4DF1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651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witter.com/capgemini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hyperlink" Target="http://www.facebook.com/capgemini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slideshare.net/capgemini" TargetMode="Externa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hyperlink" Target="http://www.youtube.com/capgeminimedia" TargetMode="External"/><Relationship Id="rId4" Type="http://schemas.openxmlformats.org/officeDocument/2006/relationships/hyperlink" Target="http://www.linkedin.com/company/capgemini" TargetMode="External"/><Relationship Id="rId9" Type="http://schemas.openxmlformats.org/officeDocument/2006/relationships/image" Target="../media/image9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witter.com/capgemini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hyperlink" Target="http://www.facebook.com/capgemini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slideshare.net/capgemini" TargetMode="Externa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hyperlink" Target="http://www.youtube.com/capgeminimedia" TargetMode="External"/><Relationship Id="rId4" Type="http://schemas.openxmlformats.org/officeDocument/2006/relationships/hyperlink" Target="http://www.linkedin.com/company/capgemini" TargetMode="External"/><Relationship Id="rId9" Type="http://schemas.openxmlformats.org/officeDocument/2006/relationships/image" Target="../media/image9.png"/></Relationships>
</file>

<file path=ppt/slideLayouts/_rels/slideLayout5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5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image" Target="../media/image13.png"/><Relationship Id="rId12" Type="http://schemas.openxmlformats.org/officeDocument/2006/relationships/hyperlink" Target="http://www.twitter.com/capgemini" TargetMode="External"/><Relationship Id="rId17" Type="http://schemas.microsoft.com/office/2007/relationships/hdphoto" Target="../media/hdphoto5.wdp"/><Relationship Id="rId2" Type="http://schemas.openxmlformats.org/officeDocument/2006/relationships/image" Target="../media/image11.png"/><Relationship Id="rId16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linkedin.com/company/capgemini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5" Type="http://schemas.openxmlformats.org/officeDocument/2006/relationships/hyperlink" Target="http://www.youtube.com/capgeminimedia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hyperlink" Target="http://www.slideshare.net/capgemini" TargetMode="External"/><Relationship Id="rId14" Type="http://schemas.microsoft.com/office/2007/relationships/hdphoto" Target="../media/hdphoto4.wdp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12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11" Type="http://schemas.openxmlformats.org/officeDocument/2006/relationships/hyperlink" Target="http://www.youtube.com/capgeminimedia" TargetMode="External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twitter.com/capgemini" TargetMode="External"/></Relationships>
</file>

<file path=ppt/slideLayouts/_rels/slideLayout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12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11" Type="http://schemas.openxmlformats.org/officeDocument/2006/relationships/hyperlink" Target="http://www.youtube.com/capgeminimedia" TargetMode="External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twitter.com/capgemini" TargetMode="External"/></Relationships>
</file>

<file path=ppt/slideLayouts/_rels/slideLayout10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5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image" Target="../media/image13.png"/><Relationship Id="rId12" Type="http://schemas.openxmlformats.org/officeDocument/2006/relationships/hyperlink" Target="http://www.twitter.com/capgemini" TargetMode="External"/><Relationship Id="rId17" Type="http://schemas.microsoft.com/office/2007/relationships/hdphoto" Target="../media/hdphoto5.wdp"/><Relationship Id="rId2" Type="http://schemas.openxmlformats.org/officeDocument/2006/relationships/image" Target="../media/image11.png"/><Relationship Id="rId16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6" Type="http://schemas.openxmlformats.org/officeDocument/2006/relationships/hyperlink" Target="http://www.linkedin.com/company/capgemini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5" Type="http://schemas.openxmlformats.org/officeDocument/2006/relationships/hyperlink" Target="http://www.youtube.com/capgeminimedia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hyperlink" Target="http://www.slideshare.net/capgemini" TargetMode="External"/><Relationship Id="rId14" Type="http://schemas.microsoft.com/office/2007/relationships/hdphoto" Target="../media/hdphoto4.wdp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8" Type="http://schemas.openxmlformats.org/officeDocument/2006/relationships/hyperlink" Target="https://capgemini.sharepoint.com/:p:/s/GroupBrandAdvertising/EfPUD_XUERhDtTsXV_OIDosBnlNNOSpmTjdWqTDvVJZoYA?e=dbjEI2" TargetMode="External"/><Relationship Id="rId3" Type="http://schemas.openxmlformats.org/officeDocument/2006/relationships/hyperlink" Target="https://capgemini.sharepoint.com/sites/CyberKnowledgeCenter/SitePages/Classification-Overview-and-Guidelines.aspx" TargetMode="External"/><Relationship Id="rId7" Type="http://schemas.openxmlformats.org/officeDocument/2006/relationships/hyperlink" Target="https://stock.adobe.com/" TargetMode="External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shutterstock.com/" TargetMode="External"/><Relationship Id="rId11" Type="http://schemas.openxmlformats.org/officeDocument/2006/relationships/image" Target="../media/image25.png"/><Relationship Id="rId5" Type="http://schemas.openxmlformats.org/officeDocument/2006/relationships/hyperlink" Target="https://www.gettyimages.co.uk/" TargetMode="External"/><Relationship Id="rId10" Type="http://schemas.openxmlformats.org/officeDocument/2006/relationships/image" Target="../media/image24.png"/><Relationship Id="rId4" Type="http://schemas.openxmlformats.org/officeDocument/2006/relationships/hyperlink" Target="https://dam.gettyimages.com/capgemini/photo-library" TargetMode="External"/><Relationship Id="rId9" Type="http://schemas.openxmlformats.org/officeDocument/2006/relationships/image" Target="../media/image23.png"/></Relationships>
</file>

<file path=ppt/slideLayouts/_rels/slideLayout107.xml.rels><?xml version="1.0" encoding="UTF-8" standalone="yes"?>
<Relationships xmlns="http://schemas.openxmlformats.org/package/2006/relationships"><Relationship Id="rId8" Type="http://schemas.openxmlformats.org/officeDocument/2006/relationships/hyperlink" Target="https://capgemini.sharepoint.com/:p:/s/GroupBrandAdvertising/EfPUD_XUERhDtTsXV_OIDosBnlNNOSpmTjdWqTDvVJZoYA?e=dbjEI2" TargetMode="External"/><Relationship Id="rId3" Type="http://schemas.openxmlformats.org/officeDocument/2006/relationships/hyperlink" Target="https://capgemini.sharepoint.com/sites/CyberKnowledgeCenter/SitePages/Classification-Overview-and-Guidelines.aspx" TargetMode="External"/><Relationship Id="rId7" Type="http://schemas.openxmlformats.org/officeDocument/2006/relationships/hyperlink" Target="https://stock.adobe.com/" TargetMode="External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shutterstock.com/" TargetMode="External"/><Relationship Id="rId11" Type="http://schemas.openxmlformats.org/officeDocument/2006/relationships/image" Target="../media/image25.png"/><Relationship Id="rId5" Type="http://schemas.openxmlformats.org/officeDocument/2006/relationships/hyperlink" Target="https://www.gettyimages.co.uk/" TargetMode="External"/><Relationship Id="rId10" Type="http://schemas.openxmlformats.org/officeDocument/2006/relationships/image" Target="../media/image24.png"/><Relationship Id="rId4" Type="http://schemas.openxmlformats.org/officeDocument/2006/relationships/hyperlink" Target="https://dam.gettyimages.com/capgemini/photo-library" TargetMode="External"/><Relationship Id="rId9" Type="http://schemas.openxmlformats.org/officeDocument/2006/relationships/image" Target="../media/image23.png"/></Relationships>
</file>

<file path=ppt/slideLayouts/_rels/slideLayout108.xml.rels><?xml version="1.0" encoding="UTF-8" standalone="yes"?>
<Relationships xmlns="http://schemas.openxmlformats.org/package/2006/relationships"><Relationship Id="rId8" Type="http://schemas.openxmlformats.org/officeDocument/2006/relationships/hyperlink" Target="https://capgemini.sharepoint.com/:p:/s/GroupBrandAdvertising/EfPUD_XUERhDtTsXV_OIDosBnlNNOSpmTjdWqTDvVJZoYA?e=dbjEI2" TargetMode="External"/><Relationship Id="rId3" Type="http://schemas.openxmlformats.org/officeDocument/2006/relationships/hyperlink" Target="https://capgemini.sharepoint.com/sites/CyberKnowledgeCenter/SitePages/Classification-Overview-and-Guidelines.aspx" TargetMode="External"/><Relationship Id="rId7" Type="http://schemas.openxmlformats.org/officeDocument/2006/relationships/hyperlink" Target="https://stock.adobe.com/" TargetMode="External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shutterstock.com/" TargetMode="External"/><Relationship Id="rId11" Type="http://schemas.openxmlformats.org/officeDocument/2006/relationships/image" Target="../media/image25.png"/><Relationship Id="rId5" Type="http://schemas.openxmlformats.org/officeDocument/2006/relationships/hyperlink" Target="https://www.gettyimages.co.uk/" TargetMode="External"/><Relationship Id="rId10" Type="http://schemas.openxmlformats.org/officeDocument/2006/relationships/image" Target="../media/image24.png"/><Relationship Id="rId4" Type="http://schemas.openxmlformats.org/officeDocument/2006/relationships/hyperlink" Target="https://dam.gettyimages.com/capgemini/photo-library" TargetMode="External"/><Relationship Id="rId9" Type="http://schemas.openxmlformats.org/officeDocument/2006/relationships/image" Target="../media/image23.png"/></Relationships>
</file>

<file path=ppt/slideLayouts/_rels/slideLayout109.xml.rels><?xml version="1.0" encoding="UTF-8" standalone="yes"?>
<Relationships xmlns="http://schemas.openxmlformats.org/package/2006/relationships"><Relationship Id="rId8" Type="http://schemas.openxmlformats.org/officeDocument/2006/relationships/hyperlink" Target="https://capgemini.sharepoint.com/:p:/s/GroupBrandAdvertising/EfPUD_XUERhDtTsXV_OIDosBnlNNOSpmTjdWqTDvVJZoYA?e=dbjEI2" TargetMode="External"/><Relationship Id="rId3" Type="http://schemas.openxmlformats.org/officeDocument/2006/relationships/hyperlink" Target="https://capgemini.sharepoint.com/sites/CyberKnowledgeCenter/SitePages/Classification-Overview-and-Guidelines.aspx" TargetMode="External"/><Relationship Id="rId7" Type="http://schemas.openxmlformats.org/officeDocument/2006/relationships/hyperlink" Target="https://stock.adobe.com/" TargetMode="External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shutterstock.com/" TargetMode="External"/><Relationship Id="rId11" Type="http://schemas.openxmlformats.org/officeDocument/2006/relationships/image" Target="../media/image25.png"/><Relationship Id="rId5" Type="http://schemas.openxmlformats.org/officeDocument/2006/relationships/hyperlink" Target="https://www.gettyimages.co.uk/" TargetMode="External"/><Relationship Id="rId10" Type="http://schemas.openxmlformats.org/officeDocument/2006/relationships/image" Target="../media/image24.png"/><Relationship Id="rId4" Type="http://schemas.openxmlformats.org/officeDocument/2006/relationships/hyperlink" Target="https://dam.gettyimages.com/capgemini/photo-library" TargetMode="External"/><Relationship Id="rId9" Type="http://schemas.openxmlformats.org/officeDocument/2006/relationships/image" Target="../media/image23.png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8C391E0-282A-52D4-0C2A-3BCA398F44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C0D1A40-6DC2-E4C3-6272-7FC4B1D82B1A}"/>
              </a:ext>
            </a:extLst>
          </p:cNvPr>
          <p:cNvSpPr/>
          <p:nvPr userDrawn="1"/>
        </p:nvSpPr>
        <p:spPr>
          <a:xfrm>
            <a:off x="0" y="4869160"/>
            <a:ext cx="12192000" cy="198884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45000"/>
                </a:schemeClr>
              </a:gs>
            </a:gsLst>
            <a:lin ang="5400000" scaled="1"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err="1">
              <a:solidFill>
                <a:schemeClr val="tx1"/>
              </a:solidFill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3385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8C391E0-282A-52D4-0C2A-3BCA398F44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C0D1A40-6DC2-E4C3-6272-7FC4B1D82B1A}"/>
              </a:ext>
            </a:extLst>
          </p:cNvPr>
          <p:cNvSpPr/>
          <p:nvPr userDrawn="1"/>
        </p:nvSpPr>
        <p:spPr>
          <a:xfrm>
            <a:off x="0" y="3185160"/>
            <a:ext cx="12192000" cy="367284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err="1">
              <a:solidFill>
                <a:schemeClr val="tx1"/>
              </a:solidFill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1406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a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38592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58799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9692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 slide 3a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C2E4BB5-C5E3-F6F8-4261-BF330F6E49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0F3FBF3D-73C2-AEF9-6A29-26E9974EB2B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16D7EF54-CF87-4A1F-B1F7-681296888423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411034BC-7D78-A8D4-1F4A-8C4D8937B48B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1A42476-4DC0-A3D4-0B82-C32497A9655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1A1CDED-A495-D2CB-B478-6B5C933C774A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035817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C1CE0-E890-6F27-EC37-CCBB63335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FC1EFD8E-6111-C0FE-F23B-7FCABA181AFF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2E0336C3-FD2D-34F2-37FE-01F1463B9B1A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BCC79B1A-4DEF-2D28-22B2-7BFA7646E1A5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95610CD6-85BD-3AFA-95C6-25178AB66F0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E7326A8-CE97-C71F-CFF8-B35813A22238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86536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e slide 3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28978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67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325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65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49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82609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70531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59720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65221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5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47">
            <a:extLst>
              <a:ext uri="{FF2B5EF4-FFF2-40B4-BE49-F238E27FC236}">
                <a16:creationId xmlns:a16="http://schemas.microsoft.com/office/drawing/2014/main" id="{51CA337D-4B25-44C1-847A-AC0D74277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192909"/>
            <a:ext cx="5159896" cy="526042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  <a:endParaRPr lang="pt-PT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E908611-FBB7-4987-BE0F-F09EAF1FFC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4032" y="119290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84032" y="186504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4032" y="253718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032" y="320932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388146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455360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4032" y="522574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4032" y="589788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1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08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03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8137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8262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1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82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487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D1AE-BB05-402A-8454-CE893B60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989" y="1628775"/>
            <a:ext cx="5532086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0">
                <a:solidFill>
                  <a:srgbClr val="0070AD"/>
                </a:solidFill>
                <a:latin typeface="+mj-lt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insert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972" y="2506942"/>
            <a:ext cx="5525185" cy="374396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7BDC0DA-1585-454D-9E74-41D2AFC0FE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2425" y="1628775"/>
            <a:ext cx="5451505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0">
                <a:solidFill>
                  <a:srgbClr val="0070AD"/>
                </a:solidFill>
                <a:latin typeface="+mj-lt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insert title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32425" y="2506943"/>
            <a:ext cx="5444603" cy="374396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25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971" y="1628775"/>
            <a:ext cx="3672000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insert 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971" y="2565359"/>
            <a:ext cx="3672000" cy="35279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400"/>
            </a:lvl1pPr>
            <a:lvl2pPr>
              <a:lnSpc>
                <a:spcPct val="100000"/>
              </a:lnSpc>
              <a:spcBef>
                <a:spcPts val="600"/>
              </a:spcBef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400"/>
            </a:lvl3pPr>
            <a:lvl4pPr>
              <a:lnSpc>
                <a:spcPct val="100000"/>
              </a:lnSpc>
              <a:spcBef>
                <a:spcPts val="600"/>
              </a:spcBef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60000" y="1628774"/>
            <a:ext cx="3672000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insert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60000" y="2565359"/>
            <a:ext cx="3672000" cy="35279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400"/>
            </a:lvl1pPr>
            <a:lvl2pPr>
              <a:lnSpc>
                <a:spcPct val="100000"/>
              </a:lnSpc>
              <a:spcBef>
                <a:spcPts val="600"/>
              </a:spcBef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400"/>
            </a:lvl3pPr>
            <a:lvl4pPr>
              <a:lnSpc>
                <a:spcPct val="100000"/>
              </a:lnSpc>
              <a:spcBef>
                <a:spcPts val="600"/>
              </a:spcBef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5029" y="1628774"/>
            <a:ext cx="3672000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insert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05029" y="2565359"/>
            <a:ext cx="3672000" cy="35279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400"/>
            </a:lvl1pPr>
            <a:lvl2pPr>
              <a:lnSpc>
                <a:spcPct val="100000"/>
              </a:lnSpc>
              <a:spcBef>
                <a:spcPts val="600"/>
              </a:spcBef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400"/>
            </a:lvl3pPr>
            <a:lvl4pPr>
              <a:lnSpc>
                <a:spcPct val="100000"/>
              </a:lnSpc>
              <a:spcBef>
                <a:spcPts val="600"/>
              </a:spcBef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5A680-E072-89A5-A555-973742DE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0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27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9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36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9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8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065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85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7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9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79DA9E05-008A-FA36-2321-F8544C0C8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29" y="12560"/>
            <a:ext cx="12147340" cy="68328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A6EE893C-407F-5D6D-BF3D-C4A2F8F1144C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2025. All rights reserved  |</a:t>
            </a:r>
          </a:p>
        </p:txBody>
      </p:sp>
      <p:sp>
        <p:nvSpPr>
          <p:cNvPr id="9" name="Rectangle 43">
            <a:extLst>
              <a:ext uri="{FF2B5EF4-FFF2-40B4-BE49-F238E27FC236}">
                <a16:creationId xmlns:a16="http://schemas.microsoft.com/office/drawing/2014/main" id="{5F3547DA-E65F-0191-478B-C4765FFB4D27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‹N°›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51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4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5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2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019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2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0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16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4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0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Left White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5CAE5525-158B-6161-23E7-E43B971ED5A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968207" y="908721"/>
            <a:ext cx="4223793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908720"/>
            <a:ext cx="6624116" cy="158417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GB" sz="36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10FA47-1FF8-451B-8532-F1B47752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8" y="2924944"/>
            <a:ext cx="6624115" cy="2808311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7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Title &amp; Large Im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692696"/>
            <a:ext cx="4751907" cy="18002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2924944"/>
            <a:ext cx="4751907" cy="352824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5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 Full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515EF69-611F-4B2F-BC64-DD310E60015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911680 w 12192000"/>
              <a:gd name="connsiteY0" fmla="*/ 373627 h 6858000"/>
              <a:gd name="connsiteX1" fmla="*/ 11857975 w 12192000"/>
              <a:gd name="connsiteY1" fmla="*/ 408564 h 6858000"/>
              <a:gd name="connsiteX2" fmla="*/ 11820236 w 12192000"/>
              <a:gd name="connsiteY2" fmla="*/ 476983 h 6858000"/>
              <a:gd name="connsiteX3" fmla="*/ 11778143 w 12192000"/>
              <a:gd name="connsiteY3" fmla="*/ 538124 h 6858000"/>
              <a:gd name="connsiteX4" fmla="*/ 11708472 w 12192000"/>
              <a:gd name="connsiteY4" fmla="*/ 581796 h 6858000"/>
              <a:gd name="connsiteX5" fmla="*/ 11753468 w 12192000"/>
              <a:gd name="connsiteY5" fmla="*/ 593441 h 6858000"/>
              <a:gd name="connsiteX6" fmla="*/ 11802818 w 12192000"/>
              <a:gd name="connsiteY6" fmla="*/ 589074 h 6858000"/>
              <a:gd name="connsiteX7" fmla="*/ 11887005 w 12192000"/>
              <a:gd name="connsiteY7" fmla="*/ 552681 h 6858000"/>
              <a:gd name="connsiteX8" fmla="*/ 11823139 w 12192000"/>
              <a:gd name="connsiteY8" fmla="*/ 494452 h 6858000"/>
              <a:gd name="connsiteX9" fmla="*/ 11911680 w 12192000"/>
              <a:gd name="connsiteY9" fmla="*/ 522111 h 6858000"/>
              <a:gd name="connsiteX10" fmla="*/ 11974094 w 12192000"/>
              <a:gd name="connsiteY10" fmla="*/ 460970 h 6858000"/>
              <a:gd name="connsiteX11" fmla="*/ 11972642 w 12192000"/>
              <a:gd name="connsiteY11" fmla="*/ 404197 h 6858000"/>
              <a:gd name="connsiteX12" fmla="*/ 11911680 w 12192000"/>
              <a:gd name="connsiteY12" fmla="*/ 373627 h 6858000"/>
              <a:gd name="connsiteX13" fmla="*/ 11785438 w 12192000"/>
              <a:gd name="connsiteY13" fmla="*/ 207688 h 6858000"/>
              <a:gd name="connsiteX14" fmla="*/ 11562864 w 12192000"/>
              <a:gd name="connsiteY14" fmla="*/ 439169 h 6858000"/>
              <a:gd name="connsiteX15" fmla="*/ 11639965 w 12192000"/>
              <a:gd name="connsiteY15" fmla="*/ 551270 h 6858000"/>
              <a:gd name="connsiteX16" fmla="*/ 11725794 w 12192000"/>
              <a:gd name="connsiteY16" fmla="*/ 546903 h 6858000"/>
              <a:gd name="connsiteX17" fmla="*/ 11786893 w 12192000"/>
              <a:gd name="connsiteY17" fmla="*/ 490124 h 6858000"/>
              <a:gd name="connsiteX18" fmla="*/ 11833444 w 12192000"/>
              <a:gd name="connsiteY18" fmla="*/ 412964 h 6858000"/>
              <a:gd name="connsiteX19" fmla="*/ 11895998 w 12192000"/>
              <a:gd name="connsiteY19" fmla="*/ 360553 h 6858000"/>
              <a:gd name="connsiteX20" fmla="*/ 11971644 w 12192000"/>
              <a:gd name="connsiteY20" fmla="*/ 379479 h 6858000"/>
              <a:gd name="connsiteX21" fmla="*/ 11907636 w 12192000"/>
              <a:gd name="connsiteY21" fmla="*/ 281937 h 6858000"/>
              <a:gd name="connsiteX22" fmla="*/ 11795621 w 12192000"/>
              <a:gd name="connsiteY22" fmla="*/ 212056 h 6858000"/>
              <a:gd name="connsiteX23" fmla="*/ 11785438 w 12192000"/>
              <a:gd name="connsiteY23" fmla="*/ 207688 h 6858000"/>
              <a:gd name="connsiteX24" fmla="*/ 0 w 12192000"/>
              <a:gd name="connsiteY24" fmla="*/ 0 h 6858000"/>
              <a:gd name="connsiteX25" fmla="*/ 12192000 w 12192000"/>
              <a:gd name="connsiteY25" fmla="*/ 0 h 6858000"/>
              <a:gd name="connsiteX26" fmla="*/ 12192000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911680" y="373627"/>
                </a:moveTo>
                <a:cubicBezTo>
                  <a:pt x="11888456" y="375083"/>
                  <a:pt x="11871038" y="389640"/>
                  <a:pt x="11857975" y="408564"/>
                </a:cubicBezTo>
                <a:cubicBezTo>
                  <a:pt x="11842009" y="428944"/>
                  <a:pt x="11831848" y="453692"/>
                  <a:pt x="11820236" y="476983"/>
                </a:cubicBezTo>
                <a:cubicBezTo>
                  <a:pt x="11808624" y="498819"/>
                  <a:pt x="11795561" y="519199"/>
                  <a:pt x="11778143" y="538124"/>
                </a:cubicBezTo>
                <a:cubicBezTo>
                  <a:pt x="11759274" y="558504"/>
                  <a:pt x="11736050" y="574517"/>
                  <a:pt x="11708472" y="581796"/>
                </a:cubicBezTo>
                <a:cubicBezTo>
                  <a:pt x="11721535" y="590530"/>
                  <a:pt x="11738953" y="593441"/>
                  <a:pt x="11753468" y="593441"/>
                </a:cubicBezTo>
                <a:cubicBezTo>
                  <a:pt x="11769434" y="594897"/>
                  <a:pt x="11786852" y="591986"/>
                  <a:pt x="11802818" y="589074"/>
                </a:cubicBezTo>
                <a:cubicBezTo>
                  <a:pt x="11833300" y="584707"/>
                  <a:pt x="11865232" y="574517"/>
                  <a:pt x="11887005" y="552681"/>
                </a:cubicBezTo>
                <a:cubicBezTo>
                  <a:pt x="11852169" y="552681"/>
                  <a:pt x="11824591" y="529389"/>
                  <a:pt x="11823139" y="494452"/>
                </a:cubicBezTo>
                <a:cubicBezTo>
                  <a:pt x="11844912" y="520655"/>
                  <a:pt x="11878296" y="530845"/>
                  <a:pt x="11911680" y="522111"/>
                </a:cubicBezTo>
                <a:cubicBezTo>
                  <a:pt x="11940709" y="513376"/>
                  <a:pt x="11965385" y="490085"/>
                  <a:pt x="11974094" y="460970"/>
                </a:cubicBezTo>
                <a:cubicBezTo>
                  <a:pt x="11979900" y="442046"/>
                  <a:pt x="11981351" y="423121"/>
                  <a:pt x="11972642" y="404197"/>
                </a:cubicBezTo>
                <a:cubicBezTo>
                  <a:pt x="11961030" y="382361"/>
                  <a:pt x="11936355" y="372171"/>
                  <a:pt x="11911680" y="373627"/>
                </a:cubicBezTo>
                <a:close/>
                <a:moveTo>
                  <a:pt x="11785438" y="207688"/>
                </a:moveTo>
                <a:cubicBezTo>
                  <a:pt x="11735977" y="268834"/>
                  <a:pt x="11562864" y="312510"/>
                  <a:pt x="11562864" y="439169"/>
                </a:cubicBezTo>
                <a:cubicBezTo>
                  <a:pt x="11562864" y="487212"/>
                  <a:pt x="11593413" y="533800"/>
                  <a:pt x="11639965" y="551270"/>
                </a:cubicBezTo>
                <a:cubicBezTo>
                  <a:pt x="11667605" y="561461"/>
                  <a:pt x="11698154" y="560005"/>
                  <a:pt x="11725794" y="546903"/>
                </a:cubicBezTo>
                <a:cubicBezTo>
                  <a:pt x="11751979" y="535256"/>
                  <a:pt x="11770891" y="514874"/>
                  <a:pt x="11786893" y="490124"/>
                </a:cubicBezTo>
                <a:cubicBezTo>
                  <a:pt x="11804350" y="465375"/>
                  <a:pt x="11817442" y="439169"/>
                  <a:pt x="11833444" y="412964"/>
                </a:cubicBezTo>
                <a:cubicBezTo>
                  <a:pt x="11847992" y="389670"/>
                  <a:pt x="11868358" y="366376"/>
                  <a:pt x="11895998" y="360553"/>
                </a:cubicBezTo>
                <a:cubicBezTo>
                  <a:pt x="11922183" y="353274"/>
                  <a:pt x="11952732" y="360553"/>
                  <a:pt x="11971644" y="379479"/>
                </a:cubicBezTo>
                <a:cubicBezTo>
                  <a:pt x="11960006" y="341627"/>
                  <a:pt x="11938185" y="309598"/>
                  <a:pt x="11907636" y="281937"/>
                </a:cubicBezTo>
                <a:cubicBezTo>
                  <a:pt x="11874177" y="251364"/>
                  <a:pt x="11836354" y="229526"/>
                  <a:pt x="11795621" y="212056"/>
                </a:cubicBezTo>
                <a:cubicBezTo>
                  <a:pt x="11792712" y="210600"/>
                  <a:pt x="11788348" y="209144"/>
                  <a:pt x="11785438" y="20768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 and send picture to back</a:t>
            </a:r>
          </a:p>
        </p:txBody>
      </p:sp>
      <p:grpSp>
        <p:nvGrpSpPr>
          <p:cNvPr id="12" name="Group 37">
            <a:extLst>
              <a:ext uri="{FF2B5EF4-FFF2-40B4-BE49-F238E27FC236}">
                <a16:creationId xmlns:a16="http://schemas.microsoft.com/office/drawing/2014/main" id="{410EED03-E568-4797-9F93-83A0DEAA8E73}"/>
              </a:ext>
            </a:extLst>
          </p:cNvPr>
          <p:cNvGrpSpPr/>
          <p:nvPr userDrawn="1"/>
        </p:nvGrpSpPr>
        <p:grpSpPr>
          <a:xfrm>
            <a:off x="11562864" y="207688"/>
            <a:ext cx="418487" cy="387209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13" name="Freeform 320">
              <a:extLst>
                <a:ext uri="{FF2B5EF4-FFF2-40B4-BE49-F238E27FC236}">
                  <a16:creationId xmlns:a16="http://schemas.microsoft.com/office/drawing/2014/main" id="{B7BDD3A5-74DC-407F-917E-4CAA2D7F64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321">
              <a:extLst>
                <a:ext uri="{FF2B5EF4-FFF2-40B4-BE49-F238E27FC236}">
                  <a16:creationId xmlns:a16="http://schemas.microsoft.com/office/drawing/2014/main" id="{AFD49D75-8E14-497D-BFBC-1AB7413E4B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F7412FBE-22A2-10A4-80F8-94BD980CE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708920"/>
            <a:ext cx="7968207" cy="2949857"/>
          </a:xfrm>
          <a:solidFill>
            <a:schemeClr val="bg2"/>
          </a:solidFill>
        </p:spPr>
        <p:txBody>
          <a:bodyPr wrap="square" lIns="396000" tIns="360000" rIns="504000" bIns="1080000" anchor="t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3FCD38E-1F71-EA8E-7048-F655798886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368" y="4725144"/>
            <a:ext cx="7273330" cy="276999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text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73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dark">
    <p:bg>
      <p:bgPr>
        <a:solidFill>
          <a:srgbClr val="27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>
            <a:hlinkClick r:id="rId2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4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766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6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1043" y="5571089"/>
            <a:ext cx="333195" cy="333195"/>
          </a:xfrm>
          <a:prstGeom prst="rect">
            <a:avLst/>
          </a:prstGeom>
          <a:noFill/>
        </p:spPr>
      </p:pic>
      <p:pic>
        <p:nvPicPr>
          <p:cNvPr id="13" name="Picture 5">
            <a:hlinkClick r:id="rId8"/>
            <a:extLst>
              <a:ext uri="{FF2B5EF4-FFF2-40B4-BE49-F238E27FC236}">
                <a16:creationId xmlns:a16="http://schemas.microsoft.com/office/drawing/2014/main" id="{E06B9B23-CBC0-7D38-E7EC-BE653F1047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669687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10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47796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2025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85157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adient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>
            <a:hlinkClick r:id="rId2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4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766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6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1043" y="5571089"/>
            <a:ext cx="333195" cy="333195"/>
          </a:xfrm>
          <a:prstGeom prst="rect">
            <a:avLst/>
          </a:prstGeom>
          <a:noFill/>
        </p:spPr>
      </p:pic>
      <p:pic>
        <p:nvPicPr>
          <p:cNvPr id="13" name="Picture 5">
            <a:hlinkClick r:id="rId8"/>
            <a:extLst>
              <a:ext uri="{FF2B5EF4-FFF2-40B4-BE49-F238E27FC236}">
                <a16:creationId xmlns:a16="http://schemas.microsoft.com/office/drawing/2014/main" id="{E06B9B23-CBC0-7D38-E7EC-BE653F1047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669687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10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47796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4809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46A5DB-4C4F-1F79-F6F4-3019062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/>
          <p:nvPr userDrawn="1"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pic>
        <p:nvPicPr>
          <p:cNvPr id="26" name="Picture 7">
            <a:hlinkClick r:id="rId3"/>
            <a:extLst>
              <a:ext uri="{FF2B5EF4-FFF2-40B4-BE49-F238E27FC236}">
                <a16:creationId xmlns:a16="http://schemas.microsoft.com/office/drawing/2014/main" id="{23996BED-DA79-7795-E8CC-89B8B4F54B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933" y="5569299"/>
            <a:ext cx="333195" cy="333195"/>
          </a:xfrm>
          <a:prstGeom prst="rect">
            <a:avLst/>
          </a:prstGeom>
          <a:noFill/>
        </p:spPr>
      </p:pic>
      <p:pic>
        <p:nvPicPr>
          <p:cNvPr id="27" name="Picture 2">
            <a:hlinkClick r:id="rId6"/>
            <a:extLst>
              <a:ext uri="{FF2B5EF4-FFF2-40B4-BE49-F238E27FC236}">
                <a16:creationId xmlns:a16="http://schemas.microsoft.com/office/drawing/2014/main" id="{41F22088-9EDE-E75E-205B-071BC64768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6310" y="5569299"/>
            <a:ext cx="333195" cy="333195"/>
          </a:xfrm>
          <a:prstGeom prst="rect">
            <a:avLst/>
          </a:prstGeom>
          <a:noFill/>
        </p:spPr>
      </p:pic>
      <p:pic>
        <p:nvPicPr>
          <p:cNvPr id="28" name="Picture 4">
            <a:hlinkClick r:id="rId9"/>
            <a:extLst>
              <a:ext uri="{FF2B5EF4-FFF2-40B4-BE49-F238E27FC236}">
                <a16:creationId xmlns:a16="http://schemas.microsoft.com/office/drawing/2014/main" id="{4B0CCAD4-0758-D6B9-EFF6-02B94D32DE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9687" y="5569299"/>
            <a:ext cx="333195" cy="333195"/>
          </a:xfrm>
          <a:prstGeom prst="rect">
            <a:avLst/>
          </a:prstGeom>
          <a:noFill/>
        </p:spPr>
      </p:pic>
      <p:pic>
        <p:nvPicPr>
          <p:cNvPr id="29" name="Picture 5">
            <a:hlinkClick r:id="rId12"/>
            <a:extLst>
              <a:ext uri="{FF2B5EF4-FFF2-40B4-BE49-F238E27FC236}">
                <a16:creationId xmlns:a16="http://schemas.microsoft.com/office/drawing/2014/main" id="{97173D96-104B-3123-C00C-3C171ADC2E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673064" y="5569299"/>
            <a:ext cx="333195" cy="333195"/>
          </a:xfrm>
          <a:prstGeom prst="rect">
            <a:avLst/>
          </a:prstGeom>
          <a:noFill/>
        </p:spPr>
      </p:pic>
      <p:pic>
        <p:nvPicPr>
          <p:cNvPr id="30" name="Picture 6">
            <a:hlinkClick r:id="rId15"/>
            <a:extLst>
              <a:ext uri="{FF2B5EF4-FFF2-40B4-BE49-F238E27FC236}">
                <a16:creationId xmlns:a16="http://schemas.microsoft.com/office/drawing/2014/main" id="{97D8A9F7-9109-48D0-0781-197117BF80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56440" y="5569299"/>
            <a:ext cx="333195" cy="333195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4C124A-1677-5379-4F1F-D80E084B6A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CD1832-464E-8F19-D1FF-C26D2A4008C4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27580D5-10C4-1378-1B16-22D2C6577A5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96E9CB-B7F8-9F5C-5A91-CC70339F428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4046F42C-B4B1-F5B5-97B0-295157FB511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B9876A18-1EED-B3A2-6F45-2D9C7CE3D38D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02683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apture d’écran, Appareils électroniques, circuit&#10;&#10;Le contenu généré par l’IA peut être incorrect.">
            <a:extLst>
              <a:ext uri="{FF2B5EF4-FFF2-40B4-BE49-F238E27FC236}">
                <a16:creationId xmlns:a16="http://schemas.microsoft.com/office/drawing/2014/main" id="{98C391E0-282A-52D4-0C2A-3BCA398F44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904" t="4435" r="31285" b="1901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C0D1A40-6DC2-E4C3-6272-7FC4B1D82B1A}"/>
              </a:ext>
            </a:extLst>
          </p:cNvPr>
          <p:cNvSpPr/>
          <p:nvPr userDrawn="1"/>
        </p:nvSpPr>
        <p:spPr>
          <a:xfrm>
            <a:off x="0" y="4869160"/>
            <a:ext cx="12192000" cy="198884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45000"/>
                </a:schemeClr>
              </a:gs>
            </a:gsLst>
            <a:lin ang="5400000" scaled="1"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811101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8C391E0-282A-52D4-0C2A-3BCA398F44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162" t="10060" b="2102"/>
          <a:stretch>
            <a:fillRect/>
          </a:stretch>
        </p:blipFill>
        <p:spPr>
          <a:xfrm flipH="1"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C0D1A40-6DC2-E4C3-6272-7FC4B1D82B1A}"/>
              </a:ext>
            </a:extLst>
          </p:cNvPr>
          <p:cNvSpPr/>
          <p:nvPr userDrawn="1"/>
        </p:nvSpPr>
        <p:spPr>
          <a:xfrm>
            <a:off x="0" y="3185160"/>
            <a:ext cx="12192000" cy="367284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 err="1">
              <a:solidFill>
                <a:schemeClr val="tx1"/>
              </a:solidFill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003281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a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61043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19074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958832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 slide 3a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C2E4BB5-C5E3-F6F8-4261-BF330F6E49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0F3FBF3D-73C2-AEF9-6A29-26E9974EB2B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16D7EF54-CF87-4A1F-B1F7-681296888423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411034BC-7D78-A8D4-1F4A-8C4D8937B48B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1A42476-4DC0-A3D4-0B82-C32497A9655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1A1CDED-A495-D2CB-B478-6B5C933C774A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08091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C1CE0-E890-6F27-EC37-CCBB63335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FC1EFD8E-6111-C0FE-F23B-7FCABA181AFF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2E0336C3-FD2D-34F2-37FE-01F1463B9B1A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BCC79B1A-4DEF-2D28-22B2-7BFA7646E1A5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95610CD6-85BD-3AFA-95C6-25178AB66F0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E7326A8-CE97-C71F-CFF8-B35813A22238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163107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e slide 3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105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67445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dirty="0"/>
              <a:t>Modifiez le style du titre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2053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094762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12477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579163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16900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514060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04121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7021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47">
            <a:extLst>
              <a:ext uri="{FF2B5EF4-FFF2-40B4-BE49-F238E27FC236}">
                <a16:creationId xmlns:a16="http://schemas.microsoft.com/office/drawing/2014/main" id="{51CA337D-4B25-44C1-847A-AC0D74277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192909"/>
            <a:ext cx="5159896" cy="526042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Cliquez sur l'icône pour ajouter une image</a:t>
            </a:r>
            <a:endParaRPr lang="pt-PT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E908611-FBB7-4987-BE0F-F09EAF1FFC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4032" y="119290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insert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84032" y="186504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4032" y="253718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032" y="320932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388146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455360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4032" y="522574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4032" y="589788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5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21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Agenda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74628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 dirty="0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6896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9190774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5633117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2277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72525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600054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D1AE-BB05-402A-8454-CE893B60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989" y="1628775"/>
            <a:ext cx="5532086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0">
                <a:solidFill>
                  <a:srgbClr val="0070AD"/>
                </a:solidFill>
                <a:latin typeface="+mj-lt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insert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972" y="2506942"/>
            <a:ext cx="5525185" cy="374396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7BDC0DA-1585-454D-9E74-41D2AFC0FE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2425" y="1628775"/>
            <a:ext cx="5451505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0">
                <a:solidFill>
                  <a:srgbClr val="0070AD"/>
                </a:solidFill>
                <a:latin typeface="+mj-lt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insert title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32425" y="2506943"/>
            <a:ext cx="5444603" cy="374396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7619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971" y="1628775"/>
            <a:ext cx="3672000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insert 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971" y="2565359"/>
            <a:ext cx="3672000" cy="35279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400"/>
            </a:lvl1pPr>
            <a:lvl2pPr>
              <a:lnSpc>
                <a:spcPct val="100000"/>
              </a:lnSpc>
              <a:spcBef>
                <a:spcPts val="600"/>
              </a:spcBef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400"/>
            </a:lvl3pPr>
            <a:lvl4pPr>
              <a:lnSpc>
                <a:spcPct val="100000"/>
              </a:lnSpc>
              <a:spcBef>
                <a:spcPts val="600"/>
              </a:spcBef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60000" y="1628774"/>
            <a:ext cx="3672000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insert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60000" y="2565359"/>
            <a:ext cx="3672000" cy="35279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400"/>
            </a:lvl1pPr>
            <a:lvl2pPr>
              <a:lnSpc>
                <a:spcPct val="100000"/>
              </a:lnSpc>
              <a:spcBef>
                <a:spcPts val="600"/>
              </a:spcBef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400"/>
            </a:lvl3pPr>
            <a:lvl4pPr>
              <a:lnSpc>
                <a:spcPct val="100000"/>
              </a:lnSpc>
              <a:spcBef>
                <a:spcPts val="600"/>
              </a:spcBef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5029" y="1628774"/>
            <a:ext cx="3672000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insert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05029" y="2565359"/>
            <a:ext cx="3672000" cy="35279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400"/>
            </a:lvl1pPr>
            <a:lvl2pPr>
              <a:lnSpc>
                <a:spcPct val="100000"/>
              </a:lnSpc>
              <a:spcBef>
                <a:spcPts val="600"/>
              </a:spcBef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400"/>
            </a:lvl3pPr>
            <a:lvl4pPr>
              <a:lnSpc>
                <a:spcPct val="100000"/>
              </a:lnSpc>
              <a:spcBef>
                <a:spcPts val="600"/>
              </a:spcBef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5A680-E072-89A5-A555-973742DE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7852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01430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32074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8119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913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91663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43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0452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81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3433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79DA9E05-008A-FA36-2321-F8544C0C8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8000"/>
          </a:blip>
          <a:srcRect/>
          <a:stretch/>
        </p:blipFill>
        <p:spPr>
          <a:xfrm>
            <a:off x="89" y="12560"/>
            <a:ext cx="12191821" cy="68328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3" name="Groupe 1">
            <a:extLst>
              <a:ext uri="{FF2B5EF4-FFF2-40B4-BE49-F238E27FC236}">
                <a16:creationId xmlns:a16="http://schemas.microsoft.com/office/drawing/2014/main" id="{A4258221-23B6-8EF5-4B57-C98F89A7763F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9936395F-0D12-4C9C-4DFD-CB6B9CEAC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D5619B5E-7C1F-F706-8E84-09C25724A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7" name="Rectangle 27">
            <a:extLst>
              <a:ext uri="{FF2B5EF4-FFF2-40B4-BE49-F238E27FC236}">
                <a16:creationId xmlns:a16="http://schemas.microsoft.com/office/drawing/2014/main" id="{A6EE893C-407F-5D6D-BF3D-C4A2F8F1144C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dirty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2025. All rights reserved  |</a:t>
            </a:r>
          </a:p>
        </p:txBody>
      </p:sp>
      <p:sp>
        <p:nvSpPr>
          <p:cNvPr id="9" name="Rectangle 43">
            <a:extLst>
              <a:ext uri="{FF2B5EF4-FFF2-40B4-BE49-F238E27FC236}">
                <a16:creationId xmlns:a16="http://schemas.microsoft.com/office/drawing/2014/main" id="{5F3547DA-E65F-0191-478B-C4765FFB4D27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‹N°›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3848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5461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27119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803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8089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952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de-DE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42321915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983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20027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Left White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5CAE5525-158B-6161-23E7-E43B971ED5A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968207" y="908721"/>
            <a:ext cx="4223793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908720"/>
            <a:ext cx="6624116" cy="158417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GB" sz="36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10FA47-1FF8-451B-8532-F1B47752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7988" y="2924944"/>
            <a:ext cx="6624115" cy="2808311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0968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Title &amp; Large Im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Insert Picture and send </a:t>
            </a:r>
            <a:r>
              <a:rPr lang="de-DE" dirty="0" err="1"/>
              <a:t>to</a:t>
            </a:r>
            <a:r>
              <a:rPr lang="de-DE" dirty="0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692696"/>
            <a:ext cx="4751907" cy="18002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2924944"/>
            <a:ext cx="4751907" cy="352824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84421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 Full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515EF69-611F-4B2F-BC64-DD310E60015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911680 w 12192000"/>
              <a:gd name="connsiteY0" fmla="*/ 373627 h 6858000"/>
              <a:gd name="connsiteX1" fmla="*/ 11857975 w 12192000"/>
              <a:gd name="connsiteY1" fmla="*/ 408564 h 6858000"/>
              <a:gd name="connsiteX2" fmla="*/ 11820236 w 12192000"/>
              <a:gd name="connsiteY2" fmla="*/ 476983 h 6858000"/>
              <a:gd name="connsiteX3" fmla="*/ 11778143 w 12192000"/>
              <a:gd name="connsiteY3" fmla="*/ 538124 h 6858000"/>
              <a:gd name="connsiteX4" fmla="*/ 11708472 w 12192000"/>
              <a:gd name="connsiteY4" fmla="*/ 581796 h 6858000"/>
              <a:gd name="connsiteX5" fmla="*/ 11753468 w 12192000"/>
              <a:gd name="connsiteY5" fmla="*/ 593441 h 6858000"/>
              <a:gd name="connsiteX6" fmla="*/ 11802818 w 12192000"/>
              <a:gd name="connsiteY6" fmla="*/ 589074 h 6858000"/>
              <a:gd name="connsiteX7" fmla="*/ 11887005 w 12192000"/>
              <a:gd name="connsiteY7" fmla="*/ 552681 h 6858000"/>
              <a:gd name="connsiteX8" fmla="*/ 11823139 w 12192000"/>
              <a:gd name="connsiteY8" fmla="*/ 494452 h 6858000"/>
              <a:gd name="connsiteX9" fmla="*/ 11911680 w 12192000"/>
              <a:gd name="connsiteY9" fmla="*/ 522111 h 6858000"/>
              <a:gd name="connsiteX10" fmla="*/ 11974094 w 12192000"/>
              <a:gd name="connsiteY10" fmla="*/ 460970 h 6858000"/>
              <a:gd name="connsiteX11" fmla="*/ 11972642 w 12192000"/>
              <a:gd name="connsiteY11" fmla="*/ 404197 h 6858000"/>
              <a:gd name="connsiteX12" fmla="*/ 11911680 w 12192000"/>
              <a:gd name="connsiteY12" fmla="*/ 373627 h 6858000"/>
              <a:gd name="connsiteX13" fmla="*/ 11785438 w 12192000"/>
              <a:gd name="connsiteY13" fmla="*/ 207688 h 6858000"/>
              <a:gd name="connsiteX14" fmla="*/ 11562864 w 12192000"/>
              <a:gd name="connsiteY14" fmla="*/ 439169 h 6858000"/>
              <a:gd name="connsiteX15" fmla="*/ 11639965 w 12192000"/>
              <a:gd name="connsiteY15" fmla="*/ 551270 h 6858000"/>
              <a:gd name="connsiteX16" fmla="*/ 11725794 w 12192000"/>
              <a:gd name="connsiteY16" fmla="*/ 546903 h 6858000"/>
              <a:gd name="connsiteX17" fmla="*/ 11786893 w 12192000"/>
              <a:gd name="connsiteY17" fmla="*/ 490124 h 6858000"/>
              <a:gd name="connsiteX18" fmla="*/ 11833444 w 12192000"/>
              <a:gd name="connsiteY18" fmla="*/ 412964 h 6858000"/>
              <a:gd name="connsiteX19" fmla="*/ 11895998 w 12192000"/>
              <a:gd name="connsiteY19" fmla="*/ 360553 h 6858000"/>
              <a:gd name="connsiteX20" fmla="*/ 11971644 w 12192000"/>
              <a:gd name="connsiteY20" fmla="*/ 379479 h 6858000"/>
              <a:gd name="connsiteX21" fmla="*/ 11907636 w 12192000"/>
              <a:gd name="connsiteY21" fmla="*/ 281937 h 6858000"/>
              <a:gd name="connsiteX22" fmla="*/ 11795621 w 12192000"/>
              <a:gd name="connsiteY22" fmla="*/ 212056 h 6858000"/>
              <a:gd name="connsiteX23" fmla="*/ 11785438 w 12192000"/>
              <a:gd name="connsiteY23" fmla="*/ 207688 h 6858000"/>
              <a:gd name="connsiteX24" fmla="*/ 0 w 12192000"/>
              <a:gd name="connsiteY24" fmla="*/ 0 h 6858000"/>
              <a:gd name="connsiteX25" fmla="*/ 12192000 w 12192000"/>
              <a:gd name="connsiteY25" fmla="*/ 0 h 6858000"/>
              <a:gd name="connsiteX26" fmla="*/ 12192000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911680" y="373627"/>
                </a:moveTo>
                <a:cubicBezTo>
                  <a:pt x="11888456" y="375083"/>
                  <a:pt x="11871038" y="389640"/>
                  <a:pt x="11857975" y="408564"/>
                </a:cubicBezTo>
                <a:cubicBezTo>
                  <a:pt x="11842009" y="428944"/>
                  <a:pt x="11831848" y="453692"/>
                  <a:pt x="11820236" y="476983"/>
                </a:cubicBezTo>
                <a:cubicBezTo>
                  <a:pt x="11808624" y="498819"/>
                  <a:pt x="11795561" y="519199"/>
                  <a:pt x="11778143" y="538124"/>
                </a:cubicBezTo>
                <a:cubicBezTo>
                  <a:pt x="11759274" y="558504"/>
                  <a:pt x="11736050" y="574517"/>
                  <a:pt x="11708472" y="581796"/>
                </a:cubicBezTo>
                <a:cubicBezTo>
                  <a:pt x="11721535" y="590530"/>
                  <a:pt x="11738953" y="593441"/>
                  <a:pt x="11753468" y="593441"/>
                </a:cubicBezTo>
                <a:cubicBezTo>
                  <a:pt x="11769434" y="594897"/>
                  <a:pt x="11786852" y="591986"/>
                  <a:pt x="11802818" y="589074"/>
                </a:cubicBezTo>
                <a:cubicBezTo>
                  <a:pt x="11833300" y="584707"/>
                  <a:pt x="11865232" y="574517"/>
                  <a:pt x="11887005" y="552681"/>
                </a:cubicBezTo>
                <a:cubicBezTo>
                  <a:pt x="11852169" y="552681"/>
                  <a:pt x="11824591" y="529389"/>
                  <a:pt x="11823139" y="494452"/>
                </a:cubicBezTo>
                <a:cubicBezTo>
                  <a:pt x="11844912" y="520655"/>
                  <a:pt x="11878296" y="530845"/>
                  <a:pt x="11911680" y="522111"/>
                </a:cubicBezTo>
                <a:cubicBezTo>
                  <a:pt x="11940709" y="513376"/>
                  <a:pt x="11965385" y="490085"/>
                  <a:pt x="11974094" y="460970"/>
                </a:cubicBezTo>
                <a:cubicBezTo>
                  <a:pt x="11979900" y="442046"/>
                  <a:pt x="11981351" y="423121"/>
                  <a:pt x="11972642" y="404197"/>
                </a:cubicBezTo>
                <a:cubicBezTo>
                  <a:pt x="11961030" y="382361"/>
                  <a:pt x="11936355" y="372171"/>
                  <a:pt x="11911680" y="373627"/>
                </a:cubicBezTo>
                <a:close/>
                <a:moveTo>
                  <a:pt x="11785438" y="207688"/>
                </a:moveTo>
                <a:cubicBezTo>
                  <a:pt x="11735977" y="268834"/>
                  <a:pt x="11562864" y="312510"/>
                  <a:pt x="11562864" y="439169"/>
                </a:cubicBezTo>
                <a:cubicBezTo>
                  <a:pt x="11562864" y="487212"/>
                  <a:pt x="11593413" y="533800"/>
                  <a:pt x="11639965" y="551270"/>
                </a:cubicBezTo>
                <a:cubicBezTo>
                  <a:pt x="11667605" y="561461"/>
                  <a:pt x="11698154" y="560005"/>
                  <a:pt x="11725794" y="546903"/>
                </a:cubicBezTo>
                <a:cubicBezTo>
                  <a:pt x="11751979" y="535256"/>
                  <a:pt x="11770891" y="514874"/>
                  <a:pt x="11786893" y="490124"/>
                </a:cubicBezTo>
                <a:cubicBezTo>
                  <a:pt x="11804350" y="465375"/>
                  <a:pt x="11817442" y="439169"/>
                  <a:pt x="11833444" y="412964"/>
                </a:cubicBezTo>
                <a:cubicBezTo>
                  <a:pt x="11847992" y="389670"/>
                  <a:pt x="11868358" y="366376"/>
                  <a:pt x="11895998" y="360553"/>
                </a:cubicBezTo>
                <a:cubicBezTo>
                  <a:pt x="11922183" y="353274"/>
                  <a:pt x="11952732" y="360553"/>
                  <a:pt x="11971644" y="379479"/>
                </a:cubicBezTo>
                <a:cubicBezTo>
                  <a:pt x="11960006" y="341627"/>
                  <a:pt x="11938185" y="309598"/>
                  <a:pt x="11907636" y="281937"/>
                </a:cubicBezTo>
                <a:cubicBezTo>
                  <a:pt x="11874177" y="251364"/>
                  <a:pt x="11836354" y="229526"/>
                  <a:pt x="11795621" y="212056"/>
                </a:cubicBezTo>
                <a:cubicBezTo>
                  <a:pt x="11792712" y="210600"/>
                  <a:pt x="11788348" y="209144"/>
                  <a:pt x="11785438" y="20768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icon to add picture and send picture to back</a:t>
            </a:r>
          </a:p>
        </p:txBody>
      </p:sp>
      <p:grpSp>
        <p:nvGrpSpPr>
          <p:cNvPr id="12" name="Group 37">
            <a:extLst>
              <a:ext uri="{FF2B5EF4-FFF2-40B4-BE49-F238E27FC236}">
                <a16:creationId xmlns:a16="http://schemas.microsoft.com/office/drawing/2014/main" id="{410EED03-E568-4797-9F93-83A0DEAA8E73}"/>
              </a:ext>
            </a:extLst>
          </p:cNvPr>
          <p:cNvGrpSpPr/>
          <p:nvPr userDrawn="1"/>
        </p:nvGrpSpPr>
        <p:grpSpPr>
          <a:xfrm>
            <a:off x="11562864" y="207688"/>
            <a:ext cx="418487" cy="387209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13" name="Freeform 320">
              <a:extLst>
                <a:ext uri="{FF2B5EF4-FFF2-40B4-BE49-F238E27FC236}">
                  <a16:creationId xmlns:a16="http://schemas.microsoft.com/office/drawing/2014/main" id="{B7BDD3A5-74DC-407F-917E-4CAA2D7F64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321">
              <a:extLst>
                <a:ext uri="{FF2B5EF4-FFF2-40B4-BE49-F238E27FC236}">
                  <a16:creationId xmlns:a16="http://schemas.microsoft.com/office/drawing/2014/main" id="{AFD49D75-8E14-497D-BFBC-1AB7413E4B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F7412FBE-22A2-10A4-80F8-94BD980CE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708920"/>
            <a:ext cx="7968207" cy="2949857"/>
          </a:xfrm>
          <a:solidFill>
            <a:schemeClr val="bg2"/>
          </a:solidFill>
        </p:spPr>
        <p:txBody>
          <a:bodyPr wrap="square" lIns="396000" tIns="360000" rIns="504000" bIns="1080000" anchor="t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3FCD38E-1F71-EA8E-7048-F655798886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368" y="4725144"/>
            <a:ext cx="7273330" cy="276999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text style</a:t>
            </a:r>
            <a:endParaRPr lang="en-GB" dirty="0"/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E82F1ED8-7D46-FA20-F0A0-68A7364C3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1293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dark">
    <p:bg>
      <p:bgPr>
        <a:solidFill>
          <a:srgbClr val="27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10" name="Picture 7">
            <a:hlinkClick r:id="rId3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5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766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7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1043" y="5571089"/>
            <a:ext cx="333195" cy="333195"/>
          </a:xfrm>
          <a:prstGeom prst="rect">
            <a:avLst/>
          </a:prstGeom>
          <a:noFill/>
        </p:spPr>
      </p:pic>
      <p:pic>
        <p:nvPicPr>
          <p:cNvPr id="13" name="Picture 5">
            <a:hlinkClick r:id="rId9"/>
            <a:extLst>
              <a:ext uri="{FF2B5EF4-FFF2-40B4-BE49-F238E27FC236}">
                <a16:creationId xmlns:a16="http://schemas.microsoft.com/office/drawing/2014/main" id="{E06B9B23-CBC0-7D38-E7EC-BE653F1047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669687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11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47796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 dirty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 dirty="0">
                <a:solidFill>
                  <a:schemeClr val="bg1"/>
                </a:solidFill>
                <a:latin typeface="+mn-lt"/>
                <a:cs typeface="Arial"/>
              </a:rPr>
              <a:t>Copyright © 2025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475156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adient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10" name="Picture 7">
            <a:hlinkClick r:id="rId3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5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766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7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1043" y="5571089"/>
            <a:ext cx="333195" cy="333195"/>
          </a:xfrm>
          <a:prstGeom prst="rect">
            <a:avLst/>
          </a:prstGeom>
          <a:noFill/>
        </p:spPr>
      </p:pic>
      <p:pic>
        <p:nvPicPr>
          <p:cNvPr id="13" name="Picture 5">
            <a:hlinkClick r:id="rId9"/>
            <a:extLst>
              <a:ext uri="{FF2B5EF4-FFF2-40B4-BE49-F238E27FC236}">
                <a16:creationId xmlns:a16="http://schemas.microsoft.com/office/drawing/2014/main" id="{E06B9B23-CBC0-7D38-E7EC-BE653F1047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669687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11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47796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 dirty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 dirty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84516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46A5DB-4C4F-1F79-F6F4-3019062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/>
          <p:nvPr userDrawn="1"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 dirty="0">
                <a:solidFill>
                  <a:schemeClr val="tx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 dirty="0">
                <a:solidFill>
                  <a:schemeClr val="tx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pic>
        <p:nvPicPr>
          <p:cNvPr id="26" name="Picture 7">
            <a:hlinkClick r:id="rId3"/>
            <a:extLst>
              <a:ext uri="{FF2B5EF4-FFF2-40B4-BE49-F238E27FC236}">
                <a16:creationId xmlns:a16="http://schemas.microsoft.com/office/drawing/2014/main" id="{23996BED-DA79-7795-E8CC-89B8B4F54B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933" y="5569299"/>
            <a:ext cx="333195" cy="333195"/>
          </a:xfrm>
          <a:prstGeom prst="rect">
            <a:avLst/>
          </a:prstGeom>
          <a:noFill/>
        </p:spPr>
      </p:pic>
      <p:pic>
        <p:nvPicPr>
          <p:cNvPr id="27" name="Picture 2">
            <a:hlinkClick r:id="rId6"/>
            <a:extLst>
              <a:ext uri="{FF2B5EF4-FFF2-40B4-BE49-F238E27FC236}">
                <a16:creationId xmlns:a16="http://schemas.microsoft.com/office/drawing/2014/main" id="{41F22088-9EDE-E75E-205B-071BC64768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6310" y="5569299"/>
            <a:ext cx="333195" cy="333195"/>
          </a:xfrm>
          <a:prstGeom prst="rect">
            <a:avLst/>
          </a:prstGeom>
          <a:noFill/>
        </p:spPr>
      </p:pic>
      <p:pic>
        <p:nvPicPr>
          <p:cNvPr id="28" name="Picture 4">
            <a:hlinkClick r:id="rId9"/>
            <a:extLst>
              <a:ext uri="{FF2B5EF4-FFF2-40B4-BE49-F238E27FC236}">
                <a16:creationId xmlns:a16="http://schemas.microsoft.com/office/drawing/2014/main" id="{4B0CCAD4-0758-D6B9-EFF6-02B94D32DE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9687" y="5569299"/>
            <a:ext cx="333195" cy="333195"/>
          </a:xfrm>
          <a:prstGeom prst="rect">
            <a:avLst/>
          </a:prstGeom>
          <a:noFill/>
        </p:spPr>
      </p:pic>
      <p:pic>
        <p:nvPicPr>
          <p:cNvPr id="29" name="Picture 5">
            <a:hlinkClick r:id="rId12"/>
            <a:extLst>
              <a:ext uri="{FF2B5EF4-FFF2-40B4-BE49-F238E27FC236}">
                <a16:creationId xmlns:a16="http://schemas.microsoft.com/office/drawing/2014/main" id="{97173D96-104B-3123-C00C-3C171ADC2E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673064" y="5569299"/>
            <a:ext cx="333195" cy="333195"/>
          </a:xfrm>
          <a:prstGeom prst="rect">
            <a:avLst/>
          </a:prstGeom>
          <a:noFill/>
        </p:spPr>
      </p:pic>
      <p:pic>
        <p:nvPicPr>
          <p:cNvPr id="30" name="Picture 6">
            <a:hlinkClick r:id="rId15"/>
            <a:extLst>
              <a:ext uri="{FF2B5EF4-FFF2-40B4-BE49-F238E27FC236}">
                <a16:creationId xmlns:a16="http://schemas.microsoft.com/office/drawing/2014/main" id="{97D8A9F7-9109-48D0-0781-197117BF80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56440" y="5569299"/>
            <a:ext cx="333195" cy="333195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4C124A-1677-5379-4F1F-D80E084B6A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CD1832-464E-8F19-D1FF-C26D2A4008C4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27580D5-10C4-1378-1B16-22D2C6577A5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96E9CB-B7F8-9F5C-5A91-CC70339F428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4046F42C-B4B1-F5B5-97B0-295157FB511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B9876A18-1EED-B3A2-6F45-2D9C7CE3D38D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620599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69F39D-C2C8-CD10-FC79-E8DF4011DD81}"/>
              </a:ext>
            </a:extLst>
          </p:cNvPr>
          <p:cNvSpPr/>
          <p:nvPr userDrawn="1"/>
        </p:nvSpPr>
        <p:spPr>
          <a:xfrm>
            <a:off x="0" y="0"/>
            <a:ext cx="8904287" cy="6858000"/>
          </a:xfrm>
          <a:prstGeom prst="rect">
            <a:avLst/>
          </a:prstGeom>
          <a:solidFill>
            <a:schemeClr val="tx1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L" sz="1400" err="1">
              <a:solidFill>
                <a:schemeClr val="tx1"/>
              </a:solidFill>
            </a:endParaRPr>
          </a:p>
        </p:txBody>
      </p:sp>
      <p:grpSp>
        <p:nvGrpSpPr>
          <p:cNvPr id="13" name="Group 2">
            <a:extLst>
              <a:ext uri="{FF2B5EF4-FFF2-40B4-BE49-F238E27FC236}">
                <a16:creationId xmlns:a16="http://schemas.microsoft.com/office/drawing/2014/main" id="{E1F341D8-9871-3E87-0C47-63724CC68DA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912013" y="409248"/>
            <a:ext cx="1872000" cy="420870"/>
            <a:chOff x="5094083" y="5360390"/>
            <a:chExt cx="3039349" cy="683316"/>
          </a:xfrm>
          <a:solidFill>
            <a:schemeClr val="tx2"/>
          </a:solidFill>
        </p:grpSpPr>
        <p:sp>
          <p:nvSpPr>
            <p:cNvPr id="14" name="Freeform: Shape 4">
              <a:extLst>
                <a:ext uri="{FF2B5EF4-FFF2-40B4-BE49-F238E27FC236}">
                  <a16:creationId xmlns:a16="http://schemas.microsoft.com/office/drawing/2014/main" id="{2608921F-B565-8FD4-583E-9DA9BDDB533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15" name="Freeform: Shape 5">
              <a:extLst>
                <a:ext uri="{FF2B5EF4-FFF2-40B4-BE49-F238E27FC236}">
                  <a16:creationId xmlns:a16="http://schemas.microsoft.com/office/drawing/2014/main" id="{59393CFC-3187-9068-EACC-9DD97F450CB9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20" name="Freeform: Shape 6">
              <a:extLst>
                <a:ext uri="{FF2B5EF4-FFF2-40B4-BE49-F238E27FC236}">
                  <a16:creationId xmlns:a16="http://schemas.microsoft.com/office/drawing/2014/main" id="{F2454DD1-23F6-150E-C46D-96FB7C5FC4D3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21" name="Freeform: Shape 7">
              <a:extLst>
                <a:ext uri="{FF2B5EF4-FFF2-40B4-BE49-F238E27FC236}">
                  <a16:creationId xmlns:a16="http://schemas.microsoft.com/office/drawing/2014/main" id="{34B65355-DFA8-1685-F338-14C9D76CCDEF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22" name="Freeform: Shape 8">
              <a:extLst>
                <a:ext uri="{FF2B5EF4-FFF2-40B4-BE49-F238E27FC236}">
                  <a16:creationId xmlns:a16="http://schemas.microsoft.com/office/drawing/2014/main" id="{DF15E081-4331-E828-08B5-2291332FD146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38E1F2D-A3E3-5155-D2CA-F3AF1C81F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22" y="3495919"/>
            <a:ext cx="6479535" cy="1677552"/>
          </a:xfrm>
        </p:spPr>
        <p:txBody>
          <a:bodyPr anchor="b"/>
          <a:lstStyle>
            <a:lvl1pPr>
              <a:defRPr kumimoji="0" lang="en-PL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10C4206-BC73-5833-24B1-4C5B401EE3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5713" y="5173471"/>
            <a:ext cx="6479535" cy="215444"/>
          </a:xfrm>
          <a:prstGeom prst="rect">
            <a:avLst/>
          </a:prstGeom>
        </p:spPr>
        <p:txBody>
          <a:bodyPr/>
          <a:lstStyle>
            <a:lvl1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PL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0BA10F-AD5D-0D4D-B678-E7B0688EEDF1}"/>
              </a:ext>
            </a:extLst>
          </p:cNvPr>
          <p:cNvSpPr/>
          <p:nvPr userDrawn="1"/>
        </p:nvSpPr>
        <p:spPr>
          <a:xfrm rot="16200000">
            <a:off x="5408340" y="3339001"/>
            <a:ext cx="6857998" cy="180000"/>
          </a:xfrm>
          <a:prstGeom prst="rect">
            <a:avLst/>
          </a:prstGeom>
          <a:gradFill>
            <a:gsLst>
              <a:gs pos="99000">
                <a:srgbClr val="00D5D0"/>
              </a:gs>
              <a:gs pos="0">
                <a:srgbClr val="111937"/>
              </a:gs>
              <a:gs pos="30000">
                <a:srgbClr val="0057AB"/>
              </a:gs>
              <a:gs pos="70000">
                <a:srgbClr val="1DB6F3"/>
              </a:gs>
            </a:gsLst>
            <a:lin ang="0" scaled="0"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L" sz="1400" err="1">
              <a:solidFill>
                <a:schemeClr val="tx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DB57FEB-ED3D-7C27-D4D0-E77E833883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5713" y="5715912"/>
            <a:ext cx="6479535" cy="215444"/>
          </a:xfrm>
          <a:prstGeom prst="rect">
            <a:avLst/>
          </a:prstGeom>
        </p:spPr>
        <p:txBody>
          <a:bodyPr/>
          <a:lstStyle>
            <a:lvl1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PL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E732CF0C-5600-6182-14F9-B34F1CF7EB9C}"/>
              </a:ext>
            </a:extLst>
          </p:cNvPr>
          <p:cNvPicPr/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0477" y="6313714"/>
            <a:ext cx="406401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52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">
          <p15:clr>
            <a:srgbClr val="FBAE40"/>
          </p15:clr>
        </p15:guide>
        <p15:guide id="2" pos="7423">
          <p15:clr>
            <a:srgbClr val="FBAE40"/>
          </p15:clr>
        </p15:guide>
        <p15:guide id="3" pos="438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CC88A17A-2665-CB64-B35D-1CDAB893EA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80000"/>
            <a:ext cx="12192001" cy="6678000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5570D5EE-65A7-6ED8-B779-4B18D3F9B4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912013" y="6122117"/>
            <a:ext cx="1872000" cy="420870"/>
            <a:chOff x="5094083" y="5360390"/>
            <a:chExt cx="3039349" cy="683316"/>
          </a:xfrm>
          <a:solidFill>
            <a:schemeClr val="tx2"/>
          </a:solidFill>
        </p:grpSpPr>
        <p:sp>
          <p:nvSpPr>
            <p:cNvPr id="15" name="Freeform: Shape 4">
              <a:extLst>
                <a:ext uri="{FF2B5EF4-FFF2-40B4-BE49-F238E27FC236}">
                  <a16:creationId xmlns:a16="http://schemas.microsoft.com/office/drawing/2014/main" id="{D58972C2-A9F5-BC83-6D8B-F2551227EF0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16" name="Freeform: Shape 5">
              <a:extLst>
                <a:ext uri="{FF2B5EF4-FFF2-40B4-BE49-F238E27FC236}">
                  <a16:creationId xmlns:a16="http://schemas.microsoft.com/office/drawing/2014/main" id="{F1185E33-8F53-63CA-354E-8F831E6BCFB7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18" name="Freeform: Shape 6">
              <a:extLst>
                <a:ext uri="{FF2B5EF4-FFF2-40B4-BE49-F238E27FC236}">
                  <a16:creationId xmlns:a16="http://schemas.microsoft.com/office/drawing/2014/main" id="{CDD16A12-A8F2-58EF-09CC-13E3376F38BF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20" name="Freeform: Shape 7">
              <a:extLst>
                <a:ext uri="{FF2B5EF4-FFF2-40B4-BE49-F238E27FC236}">
                  <a16:creationId xmlns:a16="http://schemas.microsoft.com/office/drawing/2014/main" id="{8F3DB536-4854-A063-FC86-800CFAAD247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21" name="Freeform: Shape 8">
              <a:extLst>
                <a:ext uri="{FF2B5EF4-FFF2-40B4-BE49-F238E27FC236}">
                  <a16:creationId xmlns:a16="http://schemas.microsoft.com/office/drawing/2014/main" id="{BF1BB4C2-2CFF-9555-916D-B08189B1ED7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</p:grpSp>
      <p:sp>
        <p:nvSpPr>
          <p:cNvPr id="32" name="Title 31">
            <a:extLst>
              <a:ext uri="{FF2B5EF4-FFF2-40B4-BE49-F238E27FC236}">
                <a16:creationId xmlns:a16="http://schemas.microsoft.com/office/drawing/2014/main" id="{E3492C82-376C-10C5-B46C-67C15004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46281"/>
            <a:ext cx="6578080" cy="187220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D09EA9EC-658D-5DAE-6157-50A4AA2844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275" y="5251824"/>
            <a:ext cx="6578080" cy="65972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P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E8598B-0A33-2F2D-0382-607ED15C2459}"/>
              </a:ext>
            </a:extLst>
          </p:cNvPr>
          <p:cNvSpPr/>
          <p:nvPr userDrawn="1"/>
        </p:nvSpPr>
        <p:spPr>
          <a:xfrm>
            <a:off x="0" y="0"/>
            <a:ext cx="12192000" cy="180000"/>
          </a:xfrm>
          <a:prstGeom prst="rect">
            <a:avLst/>
          </a:prstGeom>
          <a:gradFill>
            <a:gsLst>
              <a:gs pos="99000">
                <a:srgbClr val="00D5D0"/>
              </a:gs>
              <a:gs pos="0">
                <a:srgbClr val="111937"/>
              </a:gs>
              <a:gs pos="30000">
                <a:srgbClr val="0057AB"/>
              </a:gs>
              <a:gs pos="70000">
                <a:srgbClr val="1DB6F3"/>
              </a:gs>
            </a:gsLst>
            <a:lin ang="0" scaled="0"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L" sz="1400" err="1">
              <a:solidFill>
                <a:schemeClr val="tx1"/>
              </a:solidFill>
            </a:endParaRPr>
          </a:p>
        </p:txBody>
      </p:sp>
      <p:sp>
        <p:nvSpPr>
          <p:cNvPr id="4" name="Text Placeholder 33">
            <a:extLst>
              <a:ext uri="{FF2B5EF4-FFF2-40B4-BE49-F238E27FC236}">
                <a16:creationId xmlns:a16="http://schemas.microsoft.com/office/drawing/2014/main" id="{17E777EE-883B-F96D-C4FB-073E7CA468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275" y="5920691"/>
            <a:ext cx="6578080" cy="65972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PL"/>
          </a:p>
        </p:txBody>
      </p:sp>
      <p:pic>
        <p:nvPicPr>
          <p:cNvPr id="13" name="Picture 12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FC57E738-5A24-BEEF-420B-685F472D1390}"/>
              </a:ext>
            </a:extLst>
          </p:cNvPr>
          <p:cNvPicPr/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288" y="6313714"/>
            <a:ext cx="406401" cy="406400"/>
          </a:xfrm>
          <a:prstGeom prst="rect">
            <a:avLst/>
          </a:prstGeom>
        </p:spPr>
      </p:pic>
      <p:sp>
        <p:nvSpPr>
          <p:cNvPr id="2" name="Speech Bubble: Rectangle with Corners Rounded 4">
            <a:extLst>
              <a:ext uri="{FF2B5EF4-FFF2-40B4-BE49-F238E27FC236}">
                <a16:creationId xmlns:a16="http://schemas.microsoft.com/office/drawing/2014/main" id="{478EA8D6-A5D0-FD33-A5D0-4993069CE1AF}"/>
              </a:ext>
            </a:extLst>
          </p:cNvPr>
          <p:cNvSpPr/>
          <p:nvPr userDrawn="1"/>
        </p:nvSpPr>
        <p:spPr>
          <a:xfrm>
            <a:off x="12443989" y="4045418"/>
            <a:ext cx="2908723" cy="27965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80000" rIns="1800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Security classification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Always add the appropriate security classification to the cover page and and footers (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see classification definitions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).</a:t>
            </a: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Public information</a:t>
            </a: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confidential</a:t>
            </a:r>
          </a:p>
          <a:p>
            <a:pPr marL="53975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restricted</a:t>
            </a:r>
          </a:p>
          <a:p>
            <a:pPr marL="53975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sensitive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2BF5D1B0-0F51-FA9A-97F8-B0673064A737}"/>
              </a:ext>
            </a:extLst>
          </p:cNvPr>
          <p:cNvSpPr/>
          <p:nvPr userDrawn="1"/>
        </p:nvSpPr>
        <p:spPr>
          <a:xfrm>
            <a:off x="12443989" y="0"/>
            <a:ext cx="2908723" cy="388539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80000" rIns="1800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4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Cover</a:t>
            </a:r>
            <a:r>
              <a:rPr kumimoji="0" lang="pl-PL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These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slide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designs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messages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are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inspirational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only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Please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modify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text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boxes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positioning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as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needed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based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on the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message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overall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composition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Always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consider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the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legibility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contrast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of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copy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content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for maximum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usability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Any and all photography in these designs is given as an example. While you can use them, it’s better to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change the photography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to match your content.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To do so, right click on the picture or placeholder to change/insert a photo.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Where to find photography: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7A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4"/>
              </a:rPr>
              <a:t>Photo library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7A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Getty images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(Recommended),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Shutterstock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Adobe images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(check with your M&amp;C design team):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Further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examples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inspiration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available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8"/>
              </a:rPr>
              <a:t>here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</a:t>
            </a:r>
            <a:endParaRPr kumimoji="0" lang="pl-PL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AB6D66-207D-5174-0D16-28EAB67636AE}"/>
              </a:ext>
            </a:extLst>
          </p:cNvPr>
          <p:cNvGrpSpPr/>
          <p:nvPr userDrawn="1"/>
        </p:nvGrpSpPr>
        <p:grpSpPr>
          <a:xfrm>
            <a:off x="12697348" y="5300458"/>
            <a:ext cx="323069" cy="1431074"/>
            <a:chOff x="12744656" y="865532"/>
            <a:chExt cx="323069" cy="1431074"/>
          </a:xfrm>
        </p:grpSpPr>
        <p:pic>
          <p:nvPicPr>
            <p:cNvPr id="7" name="Picture 6" descr="A green circle with purple text&#10;&#10;AI-generated content may be incorrect.">
              <a:extLst>
                <a:ext uri="{FF2B5EF4-FFF2-40B4-BE49-F238E27FC236}">
                  <a16:creationId xmlns:a16="http://schemas.microsoft.com/office/drawing/2014/main" id="{2A7BFA99-E3BB-B163-93C2-625C9D976592}"/>
                </a:ext>
              </a:extLst>
            </p:cNvPr>
            <p:cNvPicPr/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865532"/>
              <a:ext cx="323069" cy="323069"/>
            </a:xfrm>
            <a:prstGeom prst="rect">
              <a:avLst/>
            </a:prstGeom>
          </p:spPr>
        </p:pic>
        <p:pic>
          <p:nvPicPr>
            <p:cNvPr id="8" name="Picture 7" descr="A blue circle with white text&#10;&#10;AI-generated content may be incorrect.">
              <a:extLst>
                <a:ext uri="{FF2B5EF4-FFF2-40B4-BE49-F238E27FC236}">
                  <a16:creationId xmlns:a16="http://schemas.microsoft.com/office/drawing/2014/main" id="{FE043AF1-1A5F-B733-1C08-E0248B513FDE}"/>
                </a:ext>
              </a:extLst>
            </p:cNvPr>
            <p:cNvPicPr/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238626"/>
              <a:ext cx="323069" cy="323069"/>
            </a:xfrm>
            <a:prstGeom prst="rect">
              <a:avLst/>
            </a:prstGeom>
          </p:spPr>
        </p:pic>
        <p:pic>
          <p:nvPicPr>
            <p:cNvPr id="9" name="Picture 8" descr="A yellow circle with purple text&#10;&#10;AI-generated content may be incorrect.">
              <a:extLst>
                <a:ext uri="{FF2B5EF4-FFF2-40B4-BE49-F238E27FC236}">
                  <a16:creationId xmlns:a16="http://schemas.microsoft.com/office/drawing/2014/main" id="{29B99A0D-2F03-5D92-514E-EF1E1CB12C49}"/>
                </a:ext>
              </a:extLst>
            </p:cNvPr>
            <p:cNvPicPr/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605918"/>
              <a:ext cx="323069" cy="323069"/>
            </a:xfrm>
            <a:prstGeom prst="rect">
              <a:avLst/>
            </a:prstGeom>
          </p:spPr>
        </p:pic>
        <p:pic>
          <p:nvPicPr>
            <p:cNvPr id="10" name="Picture 9" descr="A red circle with white text&#10;&#10;AI-generated content may be incorrect.">
              <a:extLst>
                <a:ext uri="{FF2B5EF4-FFF2-40B4-BE49-F238E27FC236}">
                  <a16:creationId xmlns:a16="http://schemas.microsoft.com/office/drawing/2014/main" id="{09F24152-E635-02AF-C844-7A4FA67E2EE1}"/>
                </a:ext>
              </a:extLst>
            </p:cNvPr>
            <p:cNvPicPr/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973537"/>
              <a:ext cx="323069" cy="323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1734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">
          <p15:clr>
            <a:srgbClr val="FBAE40"/>
          </p15:clr>
        </p15:guide>
        <p15:guide id="2" pos="7423">
          <p15:clr>
            <a:srgbClr val="FBAE40"/>
          </p15:clr>
        </p15:guide>
        <p15:guide id="3" pos="438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2A74DA7-D0ED-7818-2C45-1F9C49906A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0001" y="0"/>
            <a:ext cx="12011999" cy="6858000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GB"/>
              <a:t>Click icon to add picture</a:t>
            </a:r>
            <a:endParaRPr lang="en-US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9ECFC6E0-1584-6BBF-4DFA-A5387B7F25A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912013" y="6122117"/>
            <a:ext cx="1872000" cy="420870"/>
            <a:chOff x="5094083" y="5360390"/>
            <a:chExt cx="3039349" cy="683316"/>
          </a:xfrm>
          <a:solidFill>
            <a:schemeClr val="tx2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4111A88-39E1-FD47-D8D7-CF509C93CB9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FDA22D-3307-8D22-BE5E-DDFF4EBE345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161A88F-2FF1-3E77-1327-815DBCEF2050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712431B-F688-5D29-78D2-A54130520B3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5466FDE-187D-13F8-2380-0299B2B66498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</p:grpSp>
      <p:sp>
        <p:nvSpPr>
          <p:cNvPr id="10" name="Title 31">
            <a:extLst>
              <a:ext uri="{FF2B5EF4-FFF2-40B4-BE49-F238E27FC236}">
                <a16:creationId xmlns:a16="http://schemas.microsoft.com/office/drawing/2014/main" id="{ED3088AC-3920-99B2-AF03-269948BD2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394" y="3346281"/>
            <a:ext cx="6578080" cy="187220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3F0B0A7D-7F95-E5AF-2318-FF3557A884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2285" y="5251824"/>
            <a:ext cx="6578080" cy="65972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1493AC-6C31-2588-629F-6C8269B0303E}"/>
              </a:ext>
            </a:extLst>
          </p:cNvPr>
          <p:cNvSpPr/>
          <p:nvPr userDrawn="1"/>
        </p:nvSpPr>
        <p:spPr>
          <a:xfrm rot="16200000">
            <a:off x="-3338999" y="3339001"/>
            <a:ext cx="6857998" cy="180000"/>
          </a:xfrm>
          <a:prstGeom prst="rect">
            <a:avLst/>
          </a:prstGeom>
          <a:gradFill>
            <a:gsLst>
              <a:gs pos="99000">
                <a:srgbClr val="00D5D0"/>
              </a:gs>
              <a:gs pos="0">
                <a:srgbClr val="111937"/>
              </a:gs>
              <a:gs pos="30000">
                <a:srgbClr val="0057AB"/>
              </a:gs>
              <a:gs pos="70000">
                <a:srgbClr val="1DB6F3"/>
              </a:gs>
            </a:gsLst>
            <a:lin ang="0" scaled="0"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L" sz="1400" err="1">
              <a:solidFill>
                <a:schemeClr val="tx1"/>
              </a:solidFill>
            </a:endParaRPr>
          </a:p>
        </p:txBody>
      </p:sp>
      <p:sp>
        <p:nvSpPr>
          <p:cNvPr id="2" name="Text Placeholder 33">
            <a:extLst>
              <a:ext uri="{FF2B5EF4-FFF2-40B4-BE49-F238E27FC236}">
                <a16:creationId xmlns:a16="http://schemas.microsoft.com/office/drawing/2014/main" id="{9D08E892-5069-4669-1870-00940A9764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2285" y="5910502"/>
            <a:ext cx="6578080" cy="65972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PL"/>
          </a:p>
        </p:txBody>
      </p:sp>
      <p:pic>
        <p:nvPicPr>
          <p:cNvPr id="22" name="Picture 21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AB760D42-EB5A-E4A4-382E-493AA36B2F77}"/>
              </a:ext>
            </a:extLst>
          </p:cNvPr>
          <p:cNvPicPr/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0477" y="180491"/>
            <a:ext cx="406401" cy="406400"/>
          </a:xfrm>
          <a:prstGeom prst="rect">
            <a:avLst/>
          </a:prstGeom>
        </p:spPr>
      </p:pic>
      <p:sp>
        <p:nvSpPr>
          <p:cNvPr id="12" name="Speech Bubble: Rectangle with Corners Rounded 4">
            <a:extLst>
              <a:ext uri="{FF2B5EF4-FFF2-40B4-BE49-F238E27FC236}">
                <a16:creationId xmlns:a16="http://schemas.microsoft.com/office/drawing/2014/main" id="{5DCB5261-2017-8D70-FC43-D288342F2088}"/>
              </a:ext>
            </a:extLst>
          </p:cNvPr>
          <p:cNvSpPr/>
          <p:nvPr userDrawn="1"/>
        </p:nvSpPr>
        <p:spPr>
          <a:xfrm>
            <a:off x="12443989" y="4045418"/>
            <a:ext cx="2908723" cy="27965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80000" rIns="1800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Security classification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Always add the appropriate security classification to the cover page and and footers (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see classification definitions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).</a:t>
            </a: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Public information</a:t>
            </a: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confidential</a:t>
            </a:r>
          </a:p>
          <a:p>
            <a:pPr marL="53975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restricted</a:t>
            </a:r>
          </a:p>
          <a:p>
            <a:pPr marL="53975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sensitive</a:t>
            </a:r>
          </a:p>
        </p:txBody>
      </p:sp>
      <p:sp>
        <p:nvSpPr>
          <p:cNvPr id="14" name="Speech Bubble: Rectangle with Corners Rounded 4">
            <a:extLst>
              <a:ext uri="{FF2B5EF4-FFF2-40B4-BE49-F238E27FC236}">
                <a16:creationId xmlns:a16="http://schemas.microsoft.com/office/drawing/2014/main" id="{93FCCFDD-3F43-CE39-21DD-9E9DFA135BAC}"/>
              </a:ext>
            </a:extLst>
          </p:cNvPr>
          <p:cNvSpPr/>
          <p:nvPr userDrawn="1"/>
        </p:nvSpPr>
        <p:spPr>
          <a:xfrm>
            <a:off x="12443989" y="0"/>
            <a:ext cx="2908723" cy="388539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80000" rIns="1800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4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Cover</a:t>
            </a:r>
            <a:r>
              <a:rPr kumimoji="0" lang="pl-PL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These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slide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designs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messages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are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inspirational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only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Please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modify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text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boxes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positioning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as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needed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based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on the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message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overall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composition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Always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consider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the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legibility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contrast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of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copy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content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for maximum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usability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Any and all photography in these designs is given as an example. While you can use them, it’s better to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change the photography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to match your content.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To do so, right click on the picture or placeholder to change/insert a photo.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Where to find photography: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7A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4"/>
              </a:rPr>
              <a:t>Photo library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7A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Getty images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(Recommended),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Shutterstock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Adobe images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(check with your M&amp;C design team):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Further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examples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inspiration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available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8"/>
              </a:rPr>
              <a:t>here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</a:t>
            </a:r>
            <a:endParaRPr kumimoji="0" lang="pl-PL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1FADFB-91E9-3785-BECE-D91A9E37EAF7}"/>
              </a:ext>
            </a:extLst>
          </p:cNvPr>
          <p:cNvGrpSpPr/>
          <p:nvPr userDrawn="1"/>
        </p:nvGrpSpPr>
        <p:grpSpPr>
          <a:xfrm>
            <a:off x="12697348" y="5300458"/>
            <a:ext cx="323069" cy="1431074"/>
            <a:chOff x="12744656" y="865532"/>
            <a:chExt cx="323069" cy="1431074"/>
          </a:xfrm>
        </p:grpSpPr>
        <p:pic>
          <p:nvPicPr>
            <p:cNvPr id="16" name="Picture 15" descr="A green circle with purple text&#10;&#10;AI-generated content may be incorrect.">
              <a:extLst>
                <a:ext uri="{FF2B5EF4-FFF2-40B4-BE49-F238E27FC236}">
                  <a16:creationId xmlns:a16="http://schemas.microsoft.com/office/drawing/2014/main" id="{7ECF99D9-DBF8-7E7D-0D51-52D275320FB4}"/>
                </a:ext>
              </a:extLst>
            </p:cNvPr>
            <p:cNvPicPr/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865532"/>
              <a:ext cx="323069" cy="323069"/>
            </a:xfrm>
            <a:prstGeom prst="rect">
              <a:avLst/>
            </a:prstGeom>
          </p:spPr>
        </p:pic>
        <p:pic>
          <p:nvPicPr>
            <p:cNvPr id="17" name="Picture 16" descr="A blue circle with white text&#10;&#10;AI-generated content may be incorrect.">
              <a:extLst>
                <a:ext uri="{FF2B5EF4-FFF2-40B4-BE49-F238E27FC236}">
                  <a16:creationId xmlns:a16="http://schemas.microsoft.com/office/drawing/2014/main" id="{ABB37583-3F13-6DFB-998A-DBEE7F0DC85A}"/>
                </a:ext>
              </a:extLst>
            </p:cNvPr>
            <p:cNvPicPr/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238626"/>
              <a:ext cx="323069" cy="323069"/>
            </a:xfrm>
            <a:prstGeom prst="rect">
              <a:avLst/>
            </a:prstGeom>
          </p:spPr>
        </p:pic>
        <p:pic>
          <p:nvPicPr>
            <p:cNvPr id="18" name="Picture 17" descr="A yellow circle with purple text&#10;&#10;AI-generated content may be incorrect.">
              <a:extLst>
                <a:ext uri="{FF2B5EF4-FFF2-40B4-BE49-F238E27FC236}">
                  <a16:creationId xmlns:a16="http://schemas.microsoft.com/office/drawing/2014/main" id="{D08D5A63-3A55-E707-490B-C28574075497}"/>
                </a:ext>
              </a:extLst>
            </p:cNvPr>
            <p:cNvPicPr/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605918"/>
              <a:ext cx="323069" cy="323069"/>
            </a:xfrm>
            <a:prstGeom prst="rect">
              <a:avLst/>
            </a:prstGeom>
          </p:spPr>
        </p:pic>
        <p:pic>
          <p:nvPicPr>
            <p:cNvPr id="19" name="Picture 18" descr="A red circle with white text&#10;&#10;AI-generated content may be incorrect.">
              <a:extLst>
                <a:ext uri="{FF2B5EF4-FFF2-40B4-BE49-F238E27FC236}">
                  <a16:creationId xmlns:a16="http://schemas.microsoft.com/office/drawing/2014/main" id="{87443E4E-9AD3-5538-D79B-CB0C0A67853F}"/>
                </a:ext>
              </a:extLst>
            </p:cNvPr>
            <p:cNvPicPr/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973537"/>
              <a:ext cx="323069" cy="323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403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">
          <p15:clr>
            <a:srgbClr val="FBAE40"/>
          </p15:clr>
        </p15:guide>
        <p15:guide id="2" pos="7423">
          <p15:clr>
            <a:srgbClr val="FBAE40"/>
          </p15:clr>
        </p15:guide>
        <p15:guide id="3" pos="438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79B42DD8-565E-C342-EA46-CB1A48CB42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60018" y="1"/>
            <a:ext cx="2731981" cy="3429000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Text Placeholder 33">
            <a:extLst>
              <a:ext uri="{FF2B5EF4-FFF2-40B4-BE49-F238E27FC236}">
                <a16:creationId xmlns:a16="http://schemas.microsoft.com/office/drawing/2014/main" id="{E876F632-B233-2801-DEBB-54BDFA4869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12013" y="3893182"/>
            <a:ext cx="1872000" cy="112339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  <a:endParaRPr lang="en-PL"/>
          </a:p>
        </p:txBody>
      </p:sp>
      <p:sp>
        <p:nvSpPr>
          <p:cNvPr id="4" name="Text Placeholder 33">
            <a:extLst>
              <a:ext uri="{FF2B5EF4-FFF2-40B4-BE49-F238E27FC236}">
                <a16:creationId xmlns:a16="http://schemas.microsoft.com/office/drawing/2014/main" id="{259440A2-ABCE-35FC-988A-A96B39657A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12013" y="5264061"/>
            <a:ext cx="1872000" cy="52298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PL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DBB901F4-230E-DBAA-FAC3-8CCE379208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270434" cy="6858000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27AB4A3F-4EEB-EFE1-B1C7-108BDC86607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912013" y="6122117"/>
            <a:ext cx="1872000" cy="420870"/>
            <a:chOff x="5094083" y="5360390"/>
            <a:chExt cx="3039349" cy="683316"/>
          </a:xfrm>
          <a:solidFill>
            <a:schemeClr val="tx2"/>
          </a:solidFill>
        </p:grpSpPr>
        <p:sp>
          <p:nvSpPr>
            <p:cNvPr id="18" name="Freeform: Shape 4">
              <a:extLst>
                <a:ext uri="{FF2B5EF4-FFF2-40B4-BE49-F238E27FC236}">
                  <a16:creationId xmlns:a16="http://schemas.microsoft.com/office/drawing/2014/main" id="{30510204-0C48-40D4-6167-FBA4691B07F7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19" name="Freeform: Shape 5">
              <a:extLst>
                <a:ext uri="{FF2B5EF4-FFF2-40B4-BE49-F238E27FC236}">
                  <a16:creationId xmlns:a16="http://schemas.microsoft.com/office/drawing/2014/main" id="{5847342C-C66D-C3D0-4E3A-A27360CAA0AB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20" name="Freeform: Shape 6">
              <a:extLst>
                <a:ext uri="{FF2B5EF4-FFF2-40B4-BE49-F238E27FC236}">
                  <a16:creationId xmlns:a16="http://schemas.microsoft.com/office/drawing/2014/main" id="{8E868717-5385-2530-0DDD-9302E9E44D77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21" name="Freeform: Shape 7">
              <a:extLst>
                <a:ext uri="{FF2B5EF4-FFF2-40B4-BE49-F238E27FC236}">
                  <a16:creationId xmlns:a16="http://schemas.microsoft.com/office/drawing/2014/main" id="{F957F3D5-474E-0D4D-E2FB-4BD6CCEC39AF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22" name="Freeform: Shape 8">
              <a:extLst>
                <a:ext uri="{FF2B5EF4-FFF2-40B4-BE49-F238E27FC236}">
                  <a16:creationId xmlns:a16="http://schemas.microsoft.com/office/drawing/2014/main" id="{AA5FF2AE-7295-5B6B-6E6C-3A3098905E46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</p:grpSp>
      <p:sp>
        <p:nvSpPr>
          <p:cNvPr id="23" name="Title 31">
            <a:extLst>
              <a:ext uri="{FF2B5EF4-FFF2-40B4-BE49-F238E27FC236}">
                <a16:creationId xmlns:a16="http://schemas.microsoft.com/office/drawing/2014/main" id="{1649751C-784B-F352-C688-26002771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46281"/>
            <a:ext cx="6578080" cy="187220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2EF5A9-B3FF-D40B-7D72-B3FD3E23B8BF}"/>
              </a:ext>
            </a:extLst>
          </p:cNvPr>
          <p:cNvSpPr/>
          <p:nvPr userDrawn="1"/>
        </p:nvSpPr>
        <p:spPr>
          <a:xfrm rot="16200000">
            <a:off x="5934883" y="3339001"/>
            <a:ext cx="6857998" cy="180000"/>
          </a:xfrm>
          <a:prstGeom prst="rect">
            <a:avLst/>
          </a:prstGeom>
          <a:gradFill>
            <a:gsLst>
              <a:gs pos="99000">
                <a:srgbClr val="00D5D0"/>
              </a:gs>
              <a:gs pos="0">
                <a:srgbClr val="111937"/>
              </a:gs>
              <a:gs pos="30000">
                <a:srgbClr val="0057AB"/>
              </a:gs>
              <a:gs pos="70000">
                <a:srgbClr val="1DB6F3"/>
              </a:gs>
            </a:gsLst>
            <a:lin ang="0" scaled="0"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L" sz="1400" err="1">
              <a:solidFill>
                <a:schemeClr val="tx1"/>
              </a:solidFill>
            </a:endParaRPr>
          </a:p>
        </p:txBody>
      </p:sp>
      <p:pic>
        <p:nvPicPr>
          <p:cNvPr id="13" name="Picture 12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6F77EDA1-35A5-2209-38BF-7177B1D54F25}"/>
              </a:ext>
            </a:extLst>
          </p:cNvPr>
          <p:cNvPicPr/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0477" y="180491"/>
            <a:ext cx="406401" cy="406400"/>
          </a:xfrm>
          <a:prstGeom prst="rect">
            <a:avLst/>
          </a:prstGeom>
        </p:spPr>
      </p:pic>
      <p:sp>
        <p:nvSpPr>
          <p:cNvPr id="12" name="Speech Bubble: Rectangle with Corners Rounded 4">
            <a:extLst>
              <a:ext uri="{FF2B5EF4-FFF2-40B4-BE49-F238E27FC236}">
                <a16:creationId xmlns:a16="http://schemas.microsoft.com/office/drawing/2014/main" id="{E557E935-B3A7-7453-A4CB-3ED7C28FDD33}"/>
              </a:ext>
            </a:extLst>
          </p:cNvPr>
          <p:cNvSpPr/>
          <p:nvPr userDrawn="1"/>
        </p:nvSpPr>
        <p:spPr>
          <a:xfrm>
            <a:off x="12443989" y="4045418"/>
            <a:ext cx="2908723" cy="27965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80000" rIns="1800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Security classification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Always add the appropriate security classification to the cover page and and footers (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see classification definitions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).</a:t>
            </a: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Public information</a:t>
            </a: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confidential</a:t>
            </a:r>
          </a:p>
          <a:p>
            <a:pPr marL="53975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restricted</a:t>
            </a:r>
          </a:p>
          <a:p>
            <a:pPr marL="53975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sensitive</a:t>
            </a:r>
          </a:p>
        </p:txBody>
      </p:sp>
      <p:sp>
        <p:nvSpPr>
          <p:cNvPr id="14" name="Speech Bubble: Rectangle with Corners Rounded 4">
            <a:extLst>
              <a:ext uri="{FF2B5EF4-FFF2-40B4-BE49-F238E27FC236}">
                <a16:creationId xmlns:a16="http://schemas.microsoft.com/office/drawing/2014/main" id="{658EBD54-BA58-C47C-DB0B-E8042C971E38}"/>
              </a:ext>
            </a:extLst>
          </p:cNvPr>
          <p:cNvSpPr/>
          <p:nvPr userDrawn="1"/>
        </p:nvSpPr>
        <p:spPr>
          <a:xfrm>
            <a:off x="12443989" y="0"/>
            <a:ext cx="2908723" cy="388539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80000" rIns="1800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4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Cover</a:t>
            </a:r>
            <a:r>
              <a:rPr kumimoji="0" lang="pl-PL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These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slide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designs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messages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are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inspirational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only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Please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modify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text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boxes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positioning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as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needed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based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on the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message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overall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composition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Always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consider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the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legibility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contrast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of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copy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content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for maximum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usability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Any and all photography in these designs is given as an example. While you can use them, it’s better to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change the photography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to match your content.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To do so, right click on the picture or placeholder to change/insert a photo.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Where to find photography: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7A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4"/>
              </a:rPr>
              <a:t>Photo library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7A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Getty images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(Recommended),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Shutterstock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Adobe images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(check with your M&amp;C design team):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Further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examples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inspiration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available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8"/>
              </a:rPr>
              <a:t>here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</a:t>
            </a:r>
            <a:endParaRPr kumimoji="0" lang="pl-PL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7B394F-4659-2389-5F92-8AC873109E96}"/>
              </a:ext>
            </a:extLst>
          </p:cNvPr>
          <p:cNvGrpSpPr/>
          <p:nvPr userDrawn="1"/>
        </p:nvGrpSpPr>
        <p:grpSpPr>
          <a:xfrm>
            <a:off x="12697348" y="5300458"/>
            <a:ext cx="323069" cy="1431074"/>
            <a:chOff x="12744656" y="865532"/>
            <a:chExt cx="323069" cy="1431074"/>
          </a:xfrm>
        </p:grpSpPr>
        <p:pic>
          <p:nvPicPr>
            <p:cNvPr id="24" name="Picture 23" descr="A green circle with purple text&#10;&#10;AI-generated content may be incorrect.">
              <a:extLst>
                <a:ext uri="{FF2B5EF4-FFF2-40B4-BE49-F238E27FC236}">
                  <a16:creationId xmlns:a16="http://schemas.microsoft.com/office/drawing/2014/main" id="{BA234211-E572-CC01-7B28-85A1B128AF0F}"/>
                </a:ext>
              </a:extLst>
            </p:cNvPr>
            <p:cNvPicPr/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865532"/>
              <a:ext cx="323069" cy="323069"/>
            </a:xfrm>
            <a:prstGeom prst="rect">
              <a:avLst/>
            </a:prstGeom>
          </p:spPr>
        </p:pic>
        <p:pic>
          <p:nvPicPr>
            <p:cNvPr id="25" name="Picture 24" descr="A blue circle with white text&#10;&#10;AI-generated content may be incorrect.">
              <a:extLst>
                <a:ext uri="{FF2B5EF4-FFF2-40B4-BE49-F238E27FC236}">
                  <a16:creationId xmlns:a16="http://schemas.microsoft.com/office/drawing/2014/main" id="{021465F9-0E56-6430-BAD3-16E618CA7AC1}"/>
                </a:ext>
              </a:extLst>
            </p:cNvPr>
            <p:cNvPicPr/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238626"/>
              <a:ext cx="323069" cy="323069"/>
            </a:xfrm>
            <a:prstGeom prst="rect">
              <a:avLst/>
            </a:prstGeom>
          </p:spPr>
        </p:pic>
        <p:pic>
          <p:nvPicPr>
            <p:cNvPr id="27" name="Picture 26" descr="A yellow circle with purple text&#10;&#10;AI-generated content may be incorrect.">
              <a:extLst>
                <a:ext uri="{FF2B5EF4-FFF2-40B4-BE49-F238E27FC236}">
                  <a16:creationId xmlns:a16="http://schemas.microsoft.com/office/drawing/2014/main" id="{2675E299-23E6-0416-D390-5EB3B4705C5B}"/>
                </a:ext>
              </a:extLst>
            </p:cNvPr>
            <p:cNvPicPr/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605918"/>
              <a:ext cx="323069" cy="323069"/>
            </a:xfrm>
            <a:prstGeom prst="rect">
              <a:avLst/>
            </a:prstGeom>
          </p:spPr>
        </p:pic>
        <p:pic>
          <p:nvPicPr>
            <p:cNvPr id="28" name="Picture 27" descr="A red circle with white text&#10;&#10;AI-generated content may be incorrect.">
              <a:extLst>
                <a:ext uri="{FF2B5EF4-FFF2-40B4-BE49-F238E27FC236}">
                  <a16:creationId xmlns:a16="http://schemas.microsoft.com/office/drawing/2014/main" id="{CEC09C2B-D6E8-3204-5558-B2225BF8BFA2}"/>
                </a:ext>
              </a:extLst>
            </p:cNvPr>
            <p:cNvPicPr/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973537"/>
              <a:ext cx="323069" cy="323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586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">
          <p15:clr>
            <a:srgbClr val="FBAE40"/>
          </p15:clr>
        </p15:guide>
        <p15:guide id="2" pos="7423">
          <p15:clr>
            <a:srgbClr val="FBAE40"/>
          </p15:clr>
        </p15:guide>
        <p15:guide id="3" pos="438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B5D6D05B-5EA0-62AD-2B3E-7B07E80FAA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16774" y="0"/>
            <a:ext cx="9275226" cy="6858000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9" name="Group 2">
            <a:extLst>
              <a:ext uri="{FF2B5EF4-FFF2-40B4-BE49-F238E27FC236}">
                <a16:creationId xmlns:a16="http://schemas.microsoft.com/office/drawing/2014/main" id="{4234F86F-D413-F91E-B5E1-E2BC91B93C4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57195" y="6122117"/>
            <a:ext cx="1872000" cy="420870"/>
            <a:chOff x="5094083" y="5360390"/>
            <a:chExt cx="3039349" cy="683316"/>
          </a:xfrm>
          <a:solidFill>
            <a:schemeClr val="tx2"/>
          </a:solidFill>
        </p:grpSpPr>
        <p:sp>
          <p:nvSpPr>
            <p:cNvPr id="20" name="Freeform: Shape 4">
              <a:extLst>
                <a:ext uri="{FF2B5EF4-FFF2-40B4-BE49-F238E27FC236}">
                  <a16:creationId xmlns:a16="http://schemas.microsoft.com/office/drawing/2014/main" id="{AF05A81F-0E18-5529-09A0-1B81FA37BD77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21" name="Freeform: Shape 5">
              <a:extLst>
                <a:ext uri="{FF2B5EF4-FFF2-40B4-BE49-F238E27FC236}">
                  <a16:creationId xmlns:a16="http://schemas.microsoft.com/office/drawing/2014/main" id="{1B2B28A9-ADF5-317E-60CE-CEFAB33ACBFF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22" name="Freeform: Shape 6">
              <a:extLst>
                <a:ext uri="{FF2B5EF4-FFF2-40B4-BE49-F238E27FC236}">
                  <a16:creationId xmlns:a16="http://schemas.microsoft.com/office/drawing/2014/main" id="{421CA1A8-D831-C373-165F-BD05DA8C3F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23" name="Freeform: Shape 7">
              <a:extLst>
                <a:ext uri="{FF2B5EF4-FFF2-40B4-BE49-F238E27FC236}">
                  <a16:creationId xmlns:a16="http://schemas.microsoft.com/office/drawing/2014/main" id="{22823334-5B94-EA27-41FD-FB41B35031F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  <p:sp>
          <p:nvSpPr>
            <p:cNvPr id="24" name="Freeform: Shape 8">
              <a:extLst>
                <a:ext uri="{FF2B5EF4-FFF2-40B4-BE49-F238E27FC236}">
                  <a16:creationId xmlns:a16="http://schemas.microsoft.com/office/drawing/2014/main" id="{3FA6D2D9-06A0-373F-8E46-CD6E02745797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endParaRPr lang="en-US" sz="1800"/>
            </a:p>
          </p:txBody>
        </p:sp>
      </p:grpSp>
      <p:sp>
        <p:nvSpPr>
          <p:cNvPr id="26" name="Title 31">
            <a:extLst>
              <a:ext uri="{FF2B5EF4-FFF2-40B4-BE49-F238E27FC236}">
                <a16:creationId xmlns:a16="http://schemas.microsoft.com/office/drawing/2014/main" id="{7A4A42C1-B176-37B6-A53C-80E68263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003" y="3346281"/>
            <a:ext cx="6578080" cy="187220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P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161DE9-F85A-0F63-0F28-2273ECDA0DF6}"/>
              </a:ext>
            </a:extLst>
          </p:cNvPr>
          <p:cNvSpPr/>
          <p:nvPr userDrawn="1"/>
        </p:nvSpPr>
        <p:spPr>
          <a:xfrm rot="16200000">
            <a:off x="-602226" y="3339001"/>
            <a:ext cx="6857998" cy="180000"/>
          </a:xfrm>
          <a:prstGeom prst="rect">
            <a:avLst/>
          </a:prstGeom>
          <a:gradFill>
            <a:gsLst>
              <a:gs pos="99000">
                <a:srgbClr val="00D5D0"/>
              </a:gs>
              <a:gs pos="0">
                <a:srgbClr val="111937"/>
              </a:gs>
              <a:gs pos="30000">
                <a:srgbClr val="0057AB"/>
              </a:gs>
              <a:gs pos="70000">
                <a:srgbClr val="1DB6F3"/>
              </a:gs>
            </a:gsLst>
            <a:lin ang="0" scaled="0"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L" sz="1400" err="1">
              <a:solidFill>
                <a:schemeClr val="tx1"/>
              </a:solidFill>
            </a:endParaRP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D3E4CA29-A6CF-451A-D806-D177CDA53C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"/>
            <a:ext cx="2736773" cy="3429000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2"/>
                </a:solidFill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Text Placeholder 33">
            <a:extLst>
              <a:ext uri="{FF2B5EF4-FFF2-40B4-BE49-F238E27FC236}">
                <a16:creationId xmlns:a16="http://schemas.microsoft.com/office/drawing/2014/main" id="{34E1593A-44BF-C602-0381-D01F4F9FBF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7195" y="3893182"/>
            <a:ext cx="2088292" cy="112339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000"/>
            </a:lvl1pPr>
          </a:lstStyle>
          <a:p>
            <a:pPr lvl="0"/>
            <a:r>
              <a:rPr lang="en-GB"/>
              <a:t>Click to edit Master text styles</a:t>
            </a:r>
            <a:endParaRPr lang="en-PL"/>
          </a:p>
        </p:txBody>
      </p:sp>
      <p:sp>
        <p:nvSpPr>
          <p:cNvPr id="4" name="Text Placeholder 33">
            <a:extLst>
              <a:ext uri="{FF2B5EF4-FFF2-40B4-BE49-F238E27FC236}">
                <a16:creationId xmlns:a16="http://schemas.microsoft.com/office/drawing/2014/main" id="{4345231F-5037-8266-6DC4-6B5E59C0E7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195" y="5264061"/>
            <a:ext cx="2088292" cy="52298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PL"/>
          </a:p>
        </p:txBody>
      </p:sp>
      <p:pic>
        <p:nvPicPr>
          <p:cNvPr id="13" name="Picture 12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5E1EED75-D494-78E4-72D8-6E0CE0741F1C}"/>
              </a:ext>
            </a:extLst>
          </p:cNvPr>
          <p:cNvPicPr/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0477" y="6313714"/>
            <a:ext cx="406401" cy="406400"/>
          </a:xfrm>
          <a:prstGeom prst="rect">
            <a:avLst/>
          </a:prstGeom>
        </p:spPr>
      </p:pic>
      <p:sp>
        <p:nvSpPr>
          <p:cNvPr id="12" name="Speech Bubble: Rectangle with Corners Rounded 4">
            <a:extLst>
              <a:ext uri="{FF2B5EF4-FFF2-40B4-BE49-F238E27FC236}">
                <a16:creationId xmlns:a16="http://schemas.microsoft.com/office/drawing/2014/main" id="{9811D547-04F1-B183-9E69-A79C0C5E0059}"/>
              </a:ext>
            </a:extLst>
          </p:cNvPr>
          <p:cNvSpPr/>
          <p:nvPr userDrawn="1"/>
        </p:nvSpPr>
        <p:spPr>
          <a:xfrm>
            <a:off x="12443989" y="4045418"/>
            <a:ext cx="2908723" cy="27965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80000" rIns="1800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Security classification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Always add the appropriate security classification to the cover page and and footers (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see classification definitions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).</a:t>
            </a: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Public information</a:t>
            </a: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confidential</a:t>
            </a:r>
          </a:p>
          <a:p>
            <a:pPr marL="53975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restricted</a:t>
            </a:r>
          </a:p>
          <a:p>
            <a:pPr marL="53975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sensitive</a:t>
            </a:r>
          </a:p>
        </p:txBody>
      </p:sp>
      <p:sp>
        <p:nvSpPr>
          <p:cNvPr id="14" name="Speech Bubble: Rectangle with Corners Rounded 4">
            <a:extLst>
              <a:ext uri="{FF2B5EF4-FFF2-40B4-BE49-F238E27FC236}">
                <a16:creationId xmlns:a16="http://schemas.microsoft.com/office/drawing/2014/main" id="{F0F0A00C-5BB0-B5E5-1897-F5B915C5B904}"/>
              </a:ext>
            </a:extLst>
          </p:cNvPr>
          <p:cNvSpPr/>
          <p:nvPr userDrawn="1"/>
        </p:nvSpPr>
        <p:spPr>
          <a:xfrm>
            <a:off x="12443989" y="0"/>
            <a:ext cx="2908723" cy="388539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80000" rIns="1800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4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Cover</a:t>
            </a:r>
            <a:r>
              <a:rPr kumimoji="0" lang="pl-PL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These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slide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designs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messages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are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inspirational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only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Please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modify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text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boxes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positioning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as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needed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based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on the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message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overall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composition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Always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consider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the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legibility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contrast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of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copy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content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for maximum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usability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Any and all photography in these designs is given as an example. While you can use them, it’s better to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change the photography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to match your content.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To do so, right click on the picture or placeholder to change/insert a photo.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Where to find photography: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7A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4"/>
              </a:rPr>
              <a:t>Photo library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7A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Getty images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(Recommended),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Shutterstock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Adobe images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(check with your M&amp;C design team):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Further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examples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inspiration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available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8"/>
              </a:rPr>
              <a:t>here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</a:t>
            </a:r>
            <a:endParaRPr kumimoji="0" lang="pl-PL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814E07-E56B-2110-1248-6492E125B260}"/>
              </a:ext>
            </a:extLst>
          </p:cNvPr>
          <p:cNvGrpSpPr/>
          <p:nvPr userDrawn="1"/>
        </p:nvGrpSpPr>
        <p:grpSpPr>
          <a:xfrm>
            <a:off x="12697348" y="5300458"/>
            <a:ext cx="323069" cy="1431074"/>
            <a:chOff x="12744656" y="865532"/>
            <a:chExt cx="323069" cy="1431074"/>
          </a:xfrm>
        </p:grpSpPr>
        <p:pic>
          <p:nvPicPr>
            <p:cNvPr id="16" name="Picture 15" descr="A green circle with purple text&#10;&#10;AI-generated content may be incorrect.">
              <a:extLst>
                <a:ext uri="{FF2B5EF4-FFF2-40B4-BE49-F238E27FC236}">
                  <a16:creationId xmlns:a16="http://schemas.microsoft.com/office/drawing/2014/main" id="{94E403D7-AD73-ECE5-12A3-CE3394C53997}"/>
                </a:ext>
              </a:extLst>
            </p:cNvPr>
            <p:cNvPicPr/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865532"/>
              <a:ext cx="323069" cy="323069"/>
            </a:xfrm>
            <a:prstGeom prst="rect">
              <a:avLst/>
            </a:prstGeom>
          </p:spPr>
        </p:pic>
        <p:pic>
          <p:nvPicPr>
            <p:cNvPr id="17" name="Picture 16" descr="A blue circle with white text&#10;&#10;AI-generated content may be incorrect.">
              <a:extLst>
                <a:ext uri="{FF2B5EF4-FFF2-40B4-BE49-F238E27FC236}">
                  <a16:creationId xmlns:a16="http://schemas.microsoft.com/office/drawing/2014/main" id="{0B0DD5A7-EE4B-78D7-9BB9-3880DDA21354}"/>
                </a:ext>
              </a:extLst>
            </p:cNvPr>
            <p:cNvPicPr/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238626"/>
              <a:ext cx="323069" cy="323069"/>
            </a:xfrm>
            <a:prstGeom prst="rect">
              <a:avLst/>
            </a:prstGeom>
          </p:spPr>
        </p:pic>
        <p:pic>
          <p:nvPicPr>
            <p:cNvPr id="25" name="Picture 24" descr="A yellow circle with purple text&#10;&#10;AI-generated content may be incorrect.">
              <a:extLst>
                <a:ext uri="{FF2B5EF4-FFF2-40B4-BE49-F238E27FC236}">
                  <a16:creationId xmlns:a16="http://schemas.microsoft.com/office/drawing/2014/main" id="{7494BFE1-A7EE-AEDC-71E2-9E62FD630A89}"/>
                </a:ext>
              </a:extLst>
            </p:cNvPr>
            <p:cNvPicPr/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605918"/>
              <a:ext cx="323069" cy="323069"/>
            </a:xfrm>
            <a:prstGeom prst="rect">
              <a:avLst/>
            </a:prstGeom>
          </p:spPr>
        </p:pic>
        <p:pic>
          <p:nvPicPr>
            <p:cNvPr id="27" name="Picture 26" descr="A red circle with white text&#10;&#10;AI-generated content may be incorrect.">
              <a:extLst>
                <a:ext uri="{FF2B5EF4-FFF2-40B4-BE49-F238E27FC236}">
                  <a16:creationId xmlns:a16="http://schemas.microsoft.com/office/drawing/2014/main" id="{CFDB3E21-5647-F28F-1514-85B5349A4865}"/>
                </a:ext>
              </a:extLst>
            </p:cNvPr>
            <p:cNvPicPr/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973537"/>
              <a:ext cx="323069" cy="323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232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">
          <p15:clr>
            <a:srgbClr val="FBAE40"/>
          </p15:clr>
        </p15:guide>
        <p15:guide id="2" pos="7423">
          <p15:clr>
            <a:srgbClr val="FBAE40"/>
          </p15:clr>
        </p15:guide>
        <p15:guide id="3" pos="438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948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">
          <p15:clr>
            <a:srgbClr val="FBAE40"/>
          </p15:clr>
        </p15:guide>
        <p15:guide id="2" pos="7423">
          <p15:clr>
            <a:srgbClr val="FBAE40"/>
          </p15:clr>
        </p15:guide>
        <p15:guide id="3" pos="438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4">
            <a:extLst>
              <a:ext uri="{FF2B5EF4-FFF2-40B4-BE49-F238E27FC236}">
                <a16:creationId xmlns:a16="http://schemas.microsoft.com/office/drawing/2014/main" id="{41E83DDC-187B-6663-52F9-B5F35BFF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549274"/>
            <a:ext cx="11089754" cy="1079526"/>
          </a:xfrm>
          <a:prstGeom prst="rect">
            <a:avLst/>
          </a:prstGeom>
        </p:spPr>
        <p:txBody>
          <a:bodyPr vert="horz" lIns="0" tIns="0" rIns="0" bIns="180000" rtlCol="0" anchor="t" anchorCtr="0">
            <a:no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A899B6-F6F2-E064-F73B-D5324D80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/>
              <a:t>© Capgemini 2025. All rights reserved.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05CEA1-0B73-57CC-6E59-3B5B90B80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Assets library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475B1-31FC-D863-E879-A7C821AEC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D9A5160-6218-4E5A-B9E6-B93E3DAE377C}" type="slidenum">
              <a:rPr lang="en-US" smtClean="0"/>
              <a:pPr algn="r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0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9" Type="http://schemas.openxmlformats.org/officeDocument/2006/relationships/slideLayout" Target="../slideLayouts/slideLayout91.xml"/><Relationship Id="rId3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94.xml"/><Relationship Id="rId47" Type="http://schemas.openxmlformats.org/officeDocument/2006/relationships/slideLayout" Target="../slideLayouts/slideLayout99.xml"/><Relationship Id="rId50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8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81.xml"/><Relationship Id="rId41" Type="http://schemas.openxmlformats.org/officeDocument/2006/relationships/slideLayout" Target="../slideLayouts/slideLayout93.xml"/><Relationship Id="rId54" Type="http://schemas.openxmlformats.org/officeDocument/2006/relationships/image" Target="../media/image1.pn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2.xml"/><Relationship Id="rId45" Type="http://schemas.openxmlformats.org/officeDocument/2006/relationships/slideLayout" Target="../slideLayouts/slideLayout97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49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4" Type="http://schemas.openxmlformats.org/officeDocument/2006/relationships/slideLayout" Target="../slideLayouts/slideLayout96.xml"/><Relationship Id="rId52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95.xml"/><Relationship Id="rId48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60.xml"/><Relationship Id="rId51" Type="http://schemas.openxmlformats.org/officeDocument/2006/relationships/slideLayout" Target="../slideLayouts/slideLayout10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8.xml"/><Relationship Id="rId9" Type="http://schemas.openxmlformats.org/officeDocument/2006/relationships/image" Target="../media/image2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2025.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‹N°›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8" name="Image 7" descr="Une image contenant Graphique, créativité&#10;&#10;Le contenu généré par l’IA peut être incorrect.">
            <a:extLst>
              <a:ext uri="{FF2B5EF4-FFF2-40B4-BE49-F238E27FC236}">
                <a16:creationId xmlns:a16="http://schemas.microsoft.com/office/drawing/2014/main" id="{0EB2D145-1FD7-AE8B-829A-3F55E955637F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226" y="120673"/>
            <a:ext cx="742566" cy="68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32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</p:sldLayoutIdLst>
  <mc:AlternateContent xmlns:mc="http://schemas.openxmlformats.org/markup-compatibility/2006" xmlns:p14="http://schemas.microsoft.com/office/powerpoint/2010/main">
    <mc:Choice Requires="p14">
      <p:transition p14:dur="250" advTm="3331">
        <p:fade/>
      </p:transition>
    </mc:Choice>
    <mc:Fallback xmlns="">
      <p:transition advTm="3331">
        <p:fade/>
      </p:transition>
    </mc:Fallback>
  </mc:AlternateConten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>
          <p15:clr>
            <a:srgbClr val="F26B43"/>
          </p15:clr>
        </p15:guide>
        <p15:guide id="19" orient="horz" pos="4320">
          <p15:clr>
            <a:srgbClr val="F26B43"/>
          </p15:clr>
        </p15:guide>
        <p15:guide id="20" pos="257">
          <p15:clr>
            <a:srgbClr val="F26B43"/>
          </p15:clr>
        </p15:guide>
        <p15:guide id="21" pos="3840">
          <p15:clr>
            <a:srgbClr val="F26B43"/>
          </p15:clr>
        </p15:guide>
        <p15:guide id="22" pos="7423">
          <p15:clr>
            <a:srgbClr val="F26B43"/>
          </p15:clr>
        </p15:guide>
        <p15:guide id="23" orient="horz" pos="255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>
          <p15:clr>
            <a:srgbClr val="F26B43"/>
          </p15:clr>
        </p15:guide>
        <p15:guide id="27" orient="horz" pos="89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Enter </a:t>
            </a:r>
            <a:r>
              <a:rPr lang="fr-FR" dirty="0" err="1"/>
              <a:t>your</a:t>
            </a:r>
            <a:r>
              <a:rPr lang="fr-FR" dirty="0"/>
              <a:t> contents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en-US" dirty="0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fr-FR" dirty="0"/>
              <a:t>Modifiez le style du titre</a:t>
            </a:r>
            <a:endParaRPr lang="de-DE" dirty="0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 dirty="0"/>
              <a:t>	Source:	Source Text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dirty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2025.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‹N°›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83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>
          <p15:clr>
            <a:srgbClr val="F26B43"/>
          </p15:clr>
        </p15:guide>
        <p15:guide id="19" orient="horz" pos="4320">
          <p15:clr>
            <a:srgbClr val="F26B43"/>
          </p15:clr>
        </p15:guide>
        <p15:guide id="20" pos="257">
          <p15:clr>
            <a:srgbClr val="F26B43"/>
          </p15:clr>
        </p15:guide>
        <p15:guide id="21" pos="3840">
          <p15:clr>
            <a:srgbClr val="F26B43"/>
          </p15:clr>
        </p15:guide>
        <p15:guide id="22" pos="7423">
          <p15:clr>
            <a:srgbClr val="F26B43"/>
          </p15:clr>
        </p15:guide>
        <p15:guide id="23" orient="horz" pos="255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>
          <p15:clr>
            <a:srgbClr val="F26B43"/>
          </p15:clr>
        </p15:guide>
        <p15:guide id="27" orient="horz" pos="89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863" y="560562"/>
            <a:ext cx="11089753" cy="5748164"/>
          </a:xfrm>
          <a:prstGeom prst="rect">
            <a:avLst/>
          </a:prstGeom>
        </p:spPr>
      </p:pic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1114363" y="1124744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</a:t>
            </a:r>
            <a:r>
              <a:rPr lang="fr-FR" err="1"/>
              <a:t>Invent</a:t>
            </a:r>
            <a:r>
              <a:rPr lang="fr-FR"/>
              <a:t>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545323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grpSp>
        <p:nvGrpSpPr>
          <p:cNvPr id="164" name="Group 37">
            <a:extLst>
              <a:ext uri="{FF2B5EF4-FFF2-40B4-BE49-F238E27FC236}">
                <a16:creationId xmlns:a16="http://schemas.microsoft.com/office/drawing/2014/main" id="{E8E7C8B3-3A54-13AA-D1EF-A3B4D724CE4F}"/>
              </a:ext>
            </a:extLst>
          </p:cNvPr>
          <p:cNvGrpSpPr/>
          <p:nvPr userDrawn="1"/>
        </p:nvGrpSpPr>
        <p:grpSpPr>
          <a:xfrm>
            <a:off x="11770322" y="176700"/>
            <a:ext cx="260230" cy="240782"/>
            <a:chOff x="5481638" y="2859088"/>
            <a:chExt cx="1231900" cy="1139825"/>
          </a:xfrm>
          <a:solidFill>
            <a:schemeClr val="tx2"/>
          </a:solidFill>
        </p:grpSpPr>
        <p:sp>
          <p:nvSpPr>
            <p:cNvPr id="165" name="Freeform 320">
              <a:extLst>
                <a:ext uri="{FF2B5EF4-FFF2-40B4-BE49-F238E27FC236}">
                  <a16:creationId xmlns:a16="http://schemas.microsoft.com/office/drawing/2014/main" id="{1D3B0473-271D-9D4C-1EAF-583AF0F87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6" name="Freeform 321">
              <a:extLst>
                <a:ext uri="{FF2B5EF4-FFF2-40B4-BE49-F238E27FC236}">
                  <a16:creationId xmlns:a16="http://schemas.microsoft.com/office/drawing/2014/main" id="{C623AEAF-26FC-97CD-3895-F6B0804E1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309" name="Grid" hidden="1">
            <a:extLst>
              <a:ext uri="{FF2B5EF4-FFF2-40B4-BE49-F238E27FC236}">
                <a16:creationId xmlns:a16="http://schemas.microsoft.com/office/drawing/2014/main" id="{C2A39477-3D7F-4548-5C77-731A5CD3DD5B}"/>
              </a:ext>
            </a:extLst>
          </p:cNvPr>
          <p:cNvGrpSpPr/>
          <p:nvPr userDrawn="1"/>
        </p:nvGrpSpPr>
        <p:grpSpPr>
          <a:xfrm>
            <a:off x="549678" y="549274"/>
            <a:ext cx="11089753" cy="5770739"/>
            <a:chOff x="550863" y="-3545094"/>
            <a:chExt cx="9958051" cy="6550747"/>
          </a:xfrm>
        </p:grpSpPr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371866D3-481B-E0FB-7117-9278B7BDD204}"/>
                </a:ext>
              </a:extLst>
            </p:cNvPr>
            <p:cNvSpPr/>
            <p:nvPr userDrawn="1"/>
          </p:nvSpPr>
          <p:spPr>
            <a:xfrm>
              <a:off x="550863" y="-354509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EDEA351B-EA65-163D-FD73-FB68A70B8726}"/>
                </a:ext>
              </a:extLst>
            </p:cNvPr>
            <p:cNvSpPr/>
            <p:nvPr userDrawn="1"/>
          </p:nvSpPr>
          <p:spPr>
            <a:xfrm>
              <a:off x="1380744" y="-354509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DA16CDFC-143C-0C8C-06E9-53570AE7E0AF}"/>
                </a:ext>
              </a:extLst>
            </p:cNvPr>
            <p:cNvSpPr/>
            <p:nvPr userDrawn="1"/>
          </p:nvSpPr>
          <p:spPr>
            <a:xfrm>
              <a:off x="2210625" y="-354509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2EDCA90F-AFE4-D946-FBB8-3458B43F07FD}"/>
                </a:ext>
              </a:extLst>
            </p:cNvPr>
            <p:cNvSpPr/>
            <p:nvPr userDrawn="1"/>
          </p:nvSpPr>
          <p:spPr>
            <a:xfrm>
              <a:off x="3040506" y="-354509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3C5CD8C6-EAD5-5BBC-0FA1-97F668B5E906}"/>
                </a:ext>
              </a:extLst>
            </p:cNvPr>
            <p:cNvSpPr/>
            <p:nvPr userDrawn="1"/>
          </p:nvSpPr>
          <p:spPr>
            <a:xfrm>
              <a:off x="3870387" y="-354509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07375E76-3CB8-7650-4EF5-6C1CE6C12071}"/>
                </a:ext>
              </a:extLst>
            </p:cNvPr>
            <p:cNvSpPr/>
            <p:nvPr userDrawn="1"/>
          </p:nvSpPr>
          <p:spPr>
            <a:xfrm>
              <a:off x="4700268" y="-354509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DE3AE80A-53BB-F969-3D0A-F68CA9F7611B}"/>
                </a:ext>
              </a:extLst>
            </p:cNvPr>
            <p:cNvSpPr/>
            <p:nvPr userDrawn="1"/>
          </p:nvSpPr>
          <p:spPr>
            <a:xfrm>
              <a:off x="5530149" y="-354509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A2230A05-614C-EACE-88C5-EBAB0A67FA6D}"/>
                </a:ext>
              </a:extLst>
            </p:cNvPr>
            <p:cNvSpPr/>
            <p:nvPr userDrawn="1"/>
          </p:nvSpPr>
          <p:spPr>
            <a:xfrm>
              <a:off x="6360030" y="-354509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4FAC24C3-D6CE-E9AC-DE87-83036684CB31}"/>
                </a:ext>
              </a:extLst>
            </p:cNvPr>
            <p:cNvSpPr/>
            <p:nvPr userDrawn="1"/>
          </p:nvSpPr>
          <p:spPr>
            <a:xfrm>
              <a:off x="7189390" y="-354509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8D326200-0FA7-496E-22F3-B236FA209753}"/>
                </a:ext>
              </a:extLst>
            </p:cNvPr>
            <p:cNvSpPr/>
            <p:nvPr userDrawn="1"/>
          </p:nvSpPr>
          <p:spPr>
            <a:xfrm>
              <a:off x="8019271" y="-354509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7B9E3037-1080-4D54-BA33-5074D24C0784}"/>
                </a:ext>
              </a:extLst>
            </p:cNvPr>
            <p:cNvSpPr/>
            <p:nvPr userDrawn="1"/>
          </p:nvSpPr>
          <p:spPr>
            <a:xfrm>
              <a:off x="8849152" y="-354509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7821CA65-C01F-8506-3E75-15F91D6D273E}"/>
                </a:ext>
              </a:extLst>
            </p:cNvPr>
            <p:cNvSpPr/>
            <p:nvPr userDrawn="1"/>
          </p:nvSpPr>
          <p:spPr>
            <a:xfrm>
              <a:off x="9679033" y="-354509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DE330B9C-B9A7-81A5-3970-EF4886296ECF}"/>
                </a:ext>
              </a:extLst>
            </p:cNvPr>
            <p:cNvSpPr/>
            <p:nvPr userDrawn="1"/>
          </p:nvSpPr>
          <p:spPr>
            <a:xfrm>
              <a:off x="550863" y="-299923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9AD07DE0-5082-71AF-F3C5-945A4D60E8AA}"/>
                </a:ext>
              </a:extLst>
            </p:cNvPr>
            <p:cNvSpPr/>
            <p:nvPr userDrawn="1"/>
          </p:nvSpPr>
          <p:spPr>
            <a:xfrm>
              <a:off x="1380744" y="-299923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CA73513B-729E-DD15-0A51-FC34F76A9C74}"/>
                </a:ext>
              </a:extLst>
            </p:cNvPr>
            <p:cNvSpPr/>
            <p:nvPr userDrawn="1"/>
          </p:nvSpPr>
          <p:spPr>
            <a:xfrm>
              <a:off x="2210625" y="-299923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FA721EB7-F9CC-46FC-5991-0406C937B56B}"/>
                </a:ext>
              </a:extLst>
            </p:cNvPr>
            <p:cNvSpPr/>
            <p:nvPr userDrawn="1"/>
          </p:nvSpPr>
          <p:spPr>
            <a:xfrm>
              <a:off x="3040506" y="-299923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E868F365-A6D3-43B2-EDB7-C96B2A8FB57F}"/>
                </a:ext>
              </a:extLst>
            </p:cNvPr>
            <p:cNvSpPr/>
            <p:nvPr userDrawn="1"/>
          </p:nvSpPr>
          <p:spPr>
            <a:xfrm>
              <a:off x="3870387" y="-299923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BFD40C57-26B4-7A7E-C331-9663E233B100}"/>
                </a:ext>
              </a:extLst>
            </p:cNvPr>
            <p:cNvSpPr/>
            <p:nvPr userDrawn="1"/>
          </p:nvSpPr>
          <p:spPr>
            <a:xfrm>
              <a:off x="4700268" y="-299923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8A24F68A-A1FD-9679-39D3-F839C73E68CC}"/>
                </a:ext>
              </a:extLst>
            </p:cNvPr>
            <p:cNvSpPr/>
            <p:nvPr userDrawn="1"/>
          </p:nvSpPr>
          <p:spPr>
            <a:xfrm>
              <a:off x="5530149" y="-299923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A3B4A911-5436-4862-E5DC-161FAF2A3CA1}"/>
                </a:ext>
              </a:extLst>
            </p:cNvPr>
            <p:cNvSpPr/>
            <p:nvPr userDrawn="1"/>
          </p:nvSpPr>
          <p:spPr>
            <a:xfrm>
              <a:off x="6360030" y="-299923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8F55F2A5-00CA-2916-F880-557ECC72456C}"/>
                </a:ext>
              </a:extLst>
            </p:cNvPr>
            <p:cNvSpPr/>
            <p:nvPr userDrawn="1"/>
          </p:nvSpPr>
          <p:spPr>
            <a:xfrm>
              <a:off x="7189390" y="-299923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9AC6B64C-6DA2-4D87-4F4D-33CB2C7F44CC}"/>
                </a:ext>
              </a:extLst>
            </p:cNvPr>
            <p:cNvSpPr/>
            <p:nvPr userDrawn="1"/>
          </p:nvSpPr>
          <p:spPr>
            <a:xfrm>
              <a:off x="8019271" y="-299923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0A902F34-D3CC-45D3-B747-5A8F4D038C83}"/>
                </a:ext>
              </a:extLst>
            </p:cNvPr>
            <p:cNvSpPr/>
            <p:nvPr userDrawn="1"/>
          </p:nvSpPr>
          <p:spPr>
            <a:xfrm>
              <a:off x="8849152" y="-299923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31807415-C1CB-DE3C-AE19-F5533693CD1C}"/>
                </a:ext>
              </a:extLst>
            </p:cNvPr>
            <p:cNvSpPr/>
            <p:nvPr userDrawn="1"/>
          </p:nvSpPr>
          <p:spPr>
            <a:xfrm>
              <a:off x="9679033" y="-299923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DE87C45D-AC9A-CF03-2B0E-4D3000149764}"/>
                </a:ext>
              </a:extLst>
            </p:cNvPr>
            <p:cNvSpPr/>
            <p:nvPr userDrawn="1"/>
          </p:nvSpPr>
          <p:spPr>
            <a:xfrm>
              <a:off x="550863" y="-245337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4E1FF36C-1FC8-2889-1561-D65F43E00CB5}"/>
                </a:ext>
              </a:extLst>
            </p:cNvPr>
            <p:cNvSpPr/>
            <p:nvPr userDrawn="1"/>
          </p:nvSpPr>
          <p:spPr>
            <a:xfrm>
              <a:off x="1380744" y="-245337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6693021C-0F90-FE54-0749-E3D714ADE210}"/>
                </a:ext>
              </a:extLst>
            </p:cNvPr>
            <p:cNvSpPr/>
            <p:nvPr userDrawn="1"/>
          </p:nvSpPr>
          <p:spPr>
            <a:xfrm>
              <a:off x="2210625" y="-245337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0B07911A-5710-B8C4-743A-F5E2983D6BBE}"/>
                </a:ext>
              </a:extLst>
            </p:cNvPr>
            <p:cNvSpPr/>
            <p:nvPr userDrawn="1"/>
          </p:nvSpPr>
          <p:spPr>
            <a:xfrm>
              <a:off x="3040506" y="-245337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E2297A3B-9490-C597-4ED1-8011C7CEC081}"/>
                </a:ext>
              </a:extLst>
            </p:cNvPr>
            <p:cNvSpPr/>
            <p:nvPr userDrawn="1"/>
          </p:nvSpPr>
          <p:spPr>
            <a:xfrm>
              <a:off x="3870387" y="-245337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DDB14A7A-5971-B1E8-5DA1-C025F588A056}"/>
                </a:ext>
              </a:extLst>
            </p:cNvPr>
            <p:cNvSpPr/>
            <p:nvPr userDrawn="1"/>
          </p:nvSpPr>
          <p:spPr>
            <a:xfrm>
              <a:off x="4700268" y="-245337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92689EAC-DDF5-9AB9-8DA8-CCE0EA8AF2D6}"/>
                </a:ext>
              </a:extLst>
            </p:cNvPr>
            <p:cNvSpPr/>
            <p:nvPr userDrawn="1"/>
          </p:nvSpPr>
          <p:spPr>
            <a:xfrm>
              <a:off x="5530149" y="-245337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EAAEB6A2-4806-5233-2449-58A86C8C4A0A}"/>
                </a:ext>
              </a:extLst>
            </p:cNvPr>
            <p:cNvSpPr/>
            <p:nvPr userDrawn="1"/>
          </p:nvSpPr>
          <p:spPr>
            <a:xfrm>
              <a:off x="6360030" y="-245337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09A4B3EC-4225-C1E8-D50C-59A2465703BE}"/>
                </a:ext>
              </a:extLst>
            </p:cNvPr>
            <p:cNvSpPr/>
            <p:nvPr userDrawn="1"/>
          </p:nvSpPr>
          <p:spPr>
            <a:xfrm>
              <a:off x="7189390" y="-245337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098EE0E8-3FA6-138B-8593-ADA00F4A9024}"/>
                </a:ext>
              </a:extLst>
            </p:cNvPr>
            <p:cNvSpPr/>
            <p:nvPr userDrawn="1"/>
          </p:nvSpPr>
          <p:spPr>
            <a:xfrm>
              <a:off x="8019271" y="-245337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6DC0B862-15F8-0DA9-354B-CB794C9BC4C9}"/>
                </a:ext>
              </a:extLst>
            </p:cNvPr>
            <p:cNvSpPr/>
            <p:nvPr userDrawn="1"/>
          </p:nvSpPr>
          <p:spPr>
            <a:xfrm>
              <a:off x="8849152" y="-245337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2DE30F99-21D7-A344-4FB8-5348432F7662}"/>
                </a:ext>
              </a:extLst>
            </p:cNvPr>
            <p:cNvSpPr/>
            <p:nvPr userDrawn="1"/>
          </p:nvSpPr>
          <p:spPr>
            <a:xfrm>
              <a:off x="9679033" y="-245337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D37980F3-61E5-C746-41BF-CDB5273093E4}"/>
                </a:ext>
              </a:extLst>
            </p:cNvPr>
            <p:cNvSpPr/>
            <p:nvPr userDrawn="1"/>
          </p:nvSpPr>
          <p:spPr>
            <a:xfrm>
              <a:off x="550863" y="-1907508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C3E2A25F-79A9-C949-E22A-03E71CC20F49}"/>
                </a:ext>
              </a:extLst>
            </p:cNvPr>
            <p:cNvSpPr/>
            <p:nvPr userDrawn="1"/>
          </p:nvSpPr>
          <p:spPr>
            <a:xfrm>
              <a:off x="1380744" y="-1907508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551DF07A-6CFA-6E3F-1587-07BF3C331C24}"/>
                </a:ext>
              </a:extLst>
            </p:cNvPr>
            <p:cNvSpPr/>
            <p:nvPr userDrawn="1"/>
          </p:nvSpPr>
          <p:spPr>
            <a:xfrm>
              <a:off x="2210625" y="-1907508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F8DC8DA9-2118-0C3D-4C81-4123C031E86C}"/>
                </a:ext>
              </a:extLst>
            </p:cNvPr>
            <p:cNvSpPr/>
            <p:nvPr userDrawn="1"/>
          </p:nvSpPr>
          <p:spPr>
            <a:xfrm>
              <a:off x="3040506" y="-1907508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912F9C30-39FA-66C6-CAA9-95C7B1CB2DAB}"/>
                </a:ext>
              </a:extLst>
            </p:cNvPr>
            <p:cNvSpPr/>
            <p:nvPr userDrawn="1"/>
          </p:nvSpPr>
          <p:spPr>
            <a:xfrm>
              <a:off x="3870387" y="-1907508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838DCC95-C641-274F-7176-EEDBD294B278}"/>
                </a:ext>
              </a:extLst>
            </p:cNvPr>
            <p:cNvSpPr/>
            <p:nvPr userDrawn="1"/>
          </p:nvSpPr>
          <p:spPr>
            <a:xfrm>
              <a:off x="4700268" y="-1907508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B4F94A87-FB6C-2AEC-EE4D-3B76F2B7C533}"/>
                </a:ext>
              </a:extLst>
            </p:cNvPr>
            <p:cNvSpPr/>
            <p:nvPr userDrawn="1"/>
          </p:nvSpPr>
          <p:spPr>
            <a:xfrm>
              <a:off x="5530149" y="-1907508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1F6C371D-963B-E16A-4329-5E2130301C09}"/>
                </a:ext>
              </a:extLst>
            </p:cNvPr>
            <p:cNvSpPr/>
            <p:nvPr userDrawn="1"/>
          </p:nvSpPr>
          <p:spPr>
            <a:xfrm>
              <a:off x="6360030" y="-1907508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D07C25D4-9180-08E4-504A-65DE63A11BC9}"/>
                </a:ext>
              </a:extLst>
            </p:cNvPr>
            <p:cNvSpPr/>
            <p:nvPr userDrawn="1"/>
          </p:nvSpPr>
          <p:spPr>
            <a:xfrm>
              <a:off x="7189390" y="-1907508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02EB80FA-A92C-7E1D-64EB-BE635C17787F}"/>
                </a:ext>
              </a:extLst>
            </p:cNvPr>
            <p:cNvSpPr/>
            <p:nvPr userDrawn="1"/>
          </p:nvSpPr>
          <p:spPr>
            <a:xfrm>
              <a:off x="8019271" y="-1907508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B58F1312-CE24-F71A-AA06-9B9C91C078DD}"/>
                </a:ext>
              </a:extLst>
            </p:cNvPr>
            <p:cNvSpPr/>
            <p:nvPr userDrawn="1"/>
          </p:nvSpPr>
          <p:spPr>
            <a:xfrm>
              <a:off x="8849152" y="-1907508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DB21FC38-BBC5-00CD-B86F-9504219FCD93}"/>
                </a:ext>
              </a:extLst>
            </p:cNvPr>
            <p:cNvSpPr/>
            <p:nvPr userDrawn="1"/>
          </p:nvSpPr>
          <p:spPr>
            <a:xfrm>
              <a:off x="9679033" y="-1907508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84957135-AB1E-0186-E093-360D6406621B}"/>
                </a:ext>
              </a:extLst>
            </p:cNvPr>
            <p:cNvSpPr/>
            <p:nvPr userDrawn="1"/>
          </p:nvSpPr>
          <p:spPr>
            <a:xfrm>
              <a:off x="550863" y="-1361646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6BB965C1-C3C8-05F3-1834-554DCF36C2A7}"/>
                </a:ext>
              </a:extLst>
            </p:cNvPr>
            <p:cNvSpPr/>
            <p:nvPr userDrawn="1"/>
          </p:nvSpPr>
          <p:spPr>
            <a:xfrm>
              <a:off x="1380744" y="-1361646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B53A4FEE-9B68-BCA2-7D3A-A0AF2374040E}"/>
                </a:ext>
              </a:extLst>
            </p:cNvPr>
            <p:cNvSpPr/>
            <p:nvPr userDrawn="1"/>
          </p:nvSpPr>
          <p:spPr>
            <a:xfrm>
              <a:off x="2210625" y="-1361646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0E15C49B-0ED1-508F-70DF-0BDDD230B968}"/>
                </a:ext>
              </a:extLst>
            </p:cNvPr>
            <p:cNvSpPr/>
            <p:nvPr userDrawn="1"/>
          </p:nvSpPr>
          <p:spPr>
            <a:xfrm>
              <a:off x="3040506" y="-1361646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A32C9FB4-841B-8395-85B3-8370F5EBB47F}"/>
                </a:ext>
              </a:extLst>
            </p:cNvPr>
            <p:cNvSpPr/>
            <p:nvPr userDrawn="1"/>
          </p:nvSpPr>
          <p:spPr>
            <a:xfrm>
              <a:off x="3870387" y="-1361646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756A8B31-5332-09D1-F992-17C3C1D09B64}"/>
                </a:ext>
              </a:extLst>
            </p:cNvPr>
            <p:cNvSpPr/>
            <p:nvPr userDrawn="1"/>
          </p:nvSpPr>
          <p:spPr>
            <a:xfrm>
              <a:off x="4700268" y="-1361646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2A00A0BA-E638-0AF9-9AF3-4A37C241B659}"/>
                </a:ext>
              </a:extLst>
            </p:cNvPr>
            <p:cNvSpPr/>
            <p:nvPr userDrawn="1"/>
          </p:nvSpPr>
          <p:spPr>
            <a:xfrm>
              <a:off x="5530149" y="-1361646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C686CE01-0751-12A2-9AB7-00C876A980F5}"/>
                </a:ext>
              </a:extLst>
            </p:cNvPr>
            <p:cNvSpPr/>
            <p:nvPr userDrawn="1"/>
          </p:nvSpPr>
          <p:spPr>
            <a:xfrm>
              <a:off x="6360030" y="-1361646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2C63A903-E7F8-A64C-EEB4-612C24093399}"/>
                </a:ext>
              </a:extLst>
            </p:cNvPr>
            <p:cNvSpPr/>
            <p:nvPr userDrawn="1"/>
          </p:nvSpPr>
          <p:spPr>
            <a:xfrm>
              <a:off x="7189390" y="-1361646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F519718D-9B0C-FAB3-8EF4-0CB4ACE88BCE}"/>
                </a:ext>
              </a:extLst>
            </p:cNvPr>
            <p:cNvSpPr/>
            <p:nvPr userDrawn="1"/>
          </p:nvSpPr>
          <p:spPr>
            <a:xfrm>
              <a:off x="8019271" y="-1361646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1F9A53B0-4091-E800-FA67-8BB2798D0B92}"/>
                </a:ext>
              </a:extLst>
            </p:cNvPr>
            <p:cNvSpPr/>
            <p:nvPr userDrawn="1"/>
          </p:nvSpPr>
          <p:spPr>
            <a:xfrm>
              <a:off x="8849152" y="-1361646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DAB3BDE6-DD78-2AD7-EDBD-182BAF9C6BE9}"/>
                </a:ext>
              </a:extLst>
            </p:cNvPr>
            <p:cNvSpPr/>
            <p:nvPr userDrawn="1"/>
          </p:nvSpPr>
          <p:spPr>
            <a:xfrm>
              <a:off x="9679033" y="-1361646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74FC2109-1EF7-478E-D693-F0EE749804CF}"/>
                </a:ext>
              </a:extLst>
            </p:cNvPr>
            <p:cNvSpPr/>
            <p:nvPr userDrawn="1"/>
          </p:nvSpPr>
          <p:spPr>
            <a:xfrm>
              <a:off x="550863" y="-81578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1DAC12DE-3176-3587-0B94-16A05213D2A5}"/>
                </a:ext>
              </a:extLst>
            </p:cNvPr>
            <p:cNvSpPr/>
            <p:nvPr userDrawn="1"/>
          </p:nvSpPr>
          <p:spPr>
            <a:xfrm>
              <a:off x="1380744" y="-81578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06FD5564-EBC6-8D57-D28B-2FD0C439FA33}"/>
                </a:ext>
              </a:extLst>
            </p:cNvPr>
            <p:cNvSpPr/>
            <p:nvPr userDrawn="1"/>
          </p:nvSpPr>
          <p:spPr>
            <a:xfrm>
              <a:off x="2210625" y="-81578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20534443-1836-F253-A82B-9C7AC0D1D543}"/>
                </a:ext>
              </a:extLst>
            </p:cNvPr>
            <p:cNvSpPr/>
            <p:nvPr userDrawn="1"/>
          </p:nvSpPr>
          <p:spPr>
            <a:xfrm>
              <a:off x="3040506" y="-81578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174D55F4-D9AF-FE0C-68A1-0315DF4611EC}"/>
                </a:ext>
              </a:extLst>
            </p:cNvPr>
            <p:cNvSpPr/>
            <p:nvPr userDrawn="1"/>
          </p:nvSpPr>
          <p:spPr>
            <a:xfrm>
              <a:off x="3870387" y="-81578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E35DA394-7CDB-2986-37E1-FCCC599D1DE0}"/>
                </a:ext>
              </a:extLst>
            </p:cNvPr>
            <p:cNvSpPr/>
            <p:nvPr userDrawn="1"/>
          </p:nvSpPr>
          <p:spPr>
            <a:xfrm>
              <a:off x="4700268" y="-81578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44FDDDB9-720B-6C70-B75A-8023B31A2281}"/>
                </a:ext>
              </a:extLst>
            </p:cNvPr>
            <p:cNvSpPr/>
            <p:nvPr userDrawn="1"/>
          </p:nvSpPr>
          <p:spPr>
            <a:xfrm>
              <a:off x="5530149" y="-81578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0590BC5D-B04C-140F-05A1-E6FFA6168878}"/>
                </a:ext>
              </a:extLst>
            </p:cNvPr>
            <p:cNvSpPr/>
            <p:nvPr userDrawn="1"/>
          </p:nvSpPr>
          <p:spPr>
            <a:xfrm>
              <a:off x="6360030" y="-81578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A9A8FC9B-3294-93ED-49C6-5FA36BF2D3BA}"/>
                </a:ext>
              </a:extLst>
            </p:cNvPr>
            <p:cNvSpPr/>
            <p:nvPr userDrawn="1"/>
          </p:nvSpPr>
          <p:spPr>
            <a:xfrm>
              <a:off x="7189390" y="-81578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303CEDEA-A439-05D3-E8D1-7867DE8094CB}"/>
                </a:ext>
              </a:extLst>
            </p:cNvPr>
            <p:cNvSpPr/>
            <p:nvPr userDrawn="1"/>
          </p:nvSpPr>
          <p:spPr>
            <a:xfrm>
              <a:off x="8019271" y="-81578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1D9DDFEA-B363-FDBD-5F40-D4A2B0BC4E84}"/>
                </a:ext>
              </a:extLst>
            </p:cNvPr>
            <p:cNvSpPr/>
            <p:nvPr userDrawn="1"/>
          </p:nvSpPr>
          <p:spPr>
            <a:xfrm>
              <a:off x="8849152" y="-81578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E17C2E12-A8F9-5A1D-A031-90F0C4D6EA70}"/>
                </a:ext>
              </a:extLst>
            </p:cNvPr>
            <p:cNvSpPr/>
            <p:nvPr userDrawn="1"/>
          </p:nvSpPr>
          <p:spPr>
            <a:xfrm>
              <a:off x="9679033" y="-815784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3A06F306-871D-D9E7-1B8F-5DF9AB991E65}"/>
                </a:ext>
              </a:extLst>
            </p:cNvPr>
            <p:cNvSpPr/>
            <p:nvPr userDrawn="1"/>
          </p:nvSpPr>
          <p:spPr>
            <a:xfrm>
              <a:off x="550863" y="-26992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A399601C-1318-0C5C-6EEB-0A4289311D70}"/>
                </a:ext>
              </a:extLst>
            </p:cNvPr>
            <p:cNvSpPr/>
            <p:nvPr userDrawn="1"/>
          </p:nvSpPr>
          <p:spPr>
            <a:xfrm>
              <a:off x="1380744" y="-26992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A81562F9-434C-AD40-0235-CFF9E2D39DE5}"/>
                </a:ext>
              </a:extLst>
            </p:cNvPr>
            <p:cNvSpPr/>
            <p:nvPr userDrawn="1"/>
          </p:nvSpPr>
          <p:spPr>
            <a:xfrm>
              <a:off x="2210625" y="-26992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00786896-FBAF-8FC4-F3FD-CC93796BF22C}"/>
                </a:ext>
              </a:extLst>
            </p:cNvPr>
            <p:cNvSpPr/>
            <p:nvPr userDrawn="1"/>
          </p:nvSpPr>
          <p:spPr>
            <a:xfrm>
              <a:off x="3040506" y="-26992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3EC9A1B9-C424-019D-C1FC-7E2AADCED7AF}"/>
                </a:ext>
              </a:extLst>
            </p:cNvPr>
            <p:cNvSpPr/>
            <p:nvPr userDrawn="1"/>
          </p:nvSpPr>
          <p:spPr>
            <a:xfrm>
              <a:off x="3870387" y="-26992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FEA2B8AE-1627-E392-CF2A-2935DABB5433}"/>
                </a:ext>
              </a:extLst>
            </p:cNvPr>
            <p:cNvSpPr/>
            <p:nvPr userDrawn="1"/>
          </p:nvSpPr>
          <p:spPr>
            <a:xfrm>
              <a:off x="4700268" y="-26992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F91D5F1F-66D2-BF10-593E-C4DD915A633F}"/>
                </a:ext>
              </a:extLst>
            </p:cNvPr>
            <p:cNvSpPr/>
            <p:nvPr userDrawn="1"/>
          </p:nvSpPr>
          <p:spPr>
            <a:xfrm>
              <a:off x="5530149" y="-26992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20F59486-4A0C-6D3C-8B6D-971DA886C29B}"/>
                </a:ext>
              </a:extLst>
            </p:cNvPr>
            <p:cNvSpPr/>
            <p:nvPr userDrawn="1"/>
          </p:nvSpPr>
          <p:spPr>
            <a:xfrm>
              <a:off x="6360030" y="-26992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2380F3BF-44C0-05B0-BD81-C156DA902971}"/>
                </a:ext>
              </a:extLst>
            </p:cNvPr>
            <p:cNvSpPr/>
            <p:nvPr userDrawn="1"/>
          </p:nvSpPr>
          <p:spPr>
            <a:xfrm>
              <a:off x="7189390" y="-26992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C805CC5A-2E98-B913-1F06-3FC17566276F}"/>
                </a:ext>
              </a:extLst>
            </p:cNvPr>
            <p:cNvSpPr/>
            <p:nvPr userDrawn="1"/>
          </p:nvSpPr>
          <p:spPr>
            <a:xfrm>
              <a:off x="8019271" y="-26992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BB74AC63-5938-2BFB-C1A1-A3412F470BA3}"/>
                </a:ext>
              </a:extLst>
            </p:cNvPr>
            <p:cNvSpPr/>
            <p:nvPr userDrawn="1"/>
          </p:nvSpPr>
          <p:spPr>
            <a:xfrm>
              <a:off x="8849152" y="-26992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D72EA014-7321-858E-CC7A-D4FDA8E6251A}"/>
                </a:ext>
              </a:extLst>
            </p:cNvPr>
            <p:cNvSpPr/>
            <p:nvPr userDrawn="1"/>
          </p:nvSpPr>
          <p:spPr>
            <a:xfrm>
              <a:off x="9679033" y="-269922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E8362961-F917-A8EA-DA8E-9ED945C6A159}"/>
                </a:ext>
              </a:extLst>
            </p:cNvPr>
            <p:cNvSpPr/>
            <p:nvPr userDrawn="1"/>
          </p:nvSpPr>
          <p:spPr>
            <a:xfrm>
              <a:off x="550863" y="27594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D16DA987-B186-BFDB-0E8E-28F292426BC4}"/>
                </a:ext>
              </a:extLst>
            </p:cNvPr>
            <p:cNvSpPr/>
            <p:nvPr userDrawn="1"/>
          </p:nvSpPr>
          <p:spPr>
            <a:xfrm>
              <a:off x="1380744" y="27594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E2D93D5D-81D4-240C-0EDB-4DA181D9E6FF}"/>
                </a:ext>
              </a:extLst>
            </p:cNvPr>
            <p:cNvSpPr/>
            <p:nvPr userDrawn="1"/>
          </p:nvSpPr>
          <p:spPr>
            <a:xfrm>
              <a:off x="2210625" y="27594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97133A93-5D01-E596-8F0A-EC3F484BA9F9}"/>
                </a:ext>
              </a:extLst>
            </p:cNvPr>
            <p:cNvSpPr/>
            <p:nvPr userDrawn="1"/>
          </p:nvSpPr>
          <p:spPr>
            <a:xfrm>
              <a:off x="3040506" y="27594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9F7DF521-C09C-010A-4497-1E2AB974BD69}"/>
                </a:ext>
              </a:extLst>
            </p:cNvPr>
            <p:cNvSpPr/>
            <p:nvPr userDrawn="1"/>
          </p:nvSpPr>
          <p:spPr>
            <a:xfrm>
              <a:off x="3870387" y="27594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84114F77-7F9D-FD08-4AB5-F1E8988C8C65}"/>
                </a:ext>
              </a:extLst>
            </p:cNvPr>
            <p:cNvSpPr/>
            <p:nvPr userDrawn="1"/>
          </p:nvSpPr>
          <p:spPr>
            <a:xfrm>
              <a:off x="4700268" y="27594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593E4511-3728-C9AF-91F6-0DA3BAE3BF6A}"/>
                </a:ext>
              </a:extLst>
            </p:cNvPr>
            <p:cNvSpPr/>
            <p:nvPr userDrawn="1"/>
          </p:nvSpPr>
          <p:spPr>
            <a:xfrm>
              <a:off x="5530149" y="27594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C404C347-3995-183F-ED09-FBA60FB35CDB}"/>
                </a:ext>
              </a:extLst>
            </p:cNvPr>
            <p:cNvSpPr/>
            <p:nvPr userDrawn="1"/>
          </p:nvSpPr>
          <p:spPr>
            <a:xfrm>
              <a:off x="6360030" y="27594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2EE3B604-C021-C8CB-C3AD-E615E4F8766E}"/>
                </a:ext>
              </a:extLst>
            </p:cNvPr>
            <p:cNvSpPr/>
            <p:nvPr userDrawn="1"/>
          </p:nvSpPr>
          <p:spPr>
            <a:xfrm>
              <a:off x="7189390" y="27594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B0488776-02D4-5732-7C7E-411075FC4CFE}"/>
                </a:ext>
              </a:extLst>
            </p:cNvPr>
            <p:cNvSpPr/>
            <p:nvPr userDrawn="1"/>
          </p:nvSpPr>
          <p:spPr>
            <a:xfrm>
              <a:off x="8019271" y="27594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9A84E078-4142-E219-5BB3-9504B3C8B1A7}"/>
                </a:ext>
              </a:extLst>
            </p:cNvPr>
            <p:cNvSpPr/>
            <p:nvPr userDrawn="1"/>
          </p:nvSpPr>
          <p:spPr>
            <a:xfrm>
              <a:off x="8849152" y="27594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776868D5-E036-3B9C-F72C-A6968E5C08B3}"/>
                </a:ext>
              </a:extLst>
            </p:cNvPr>
            <p:cNvSpPr/>
            <p:nvPr userDrawn="1"/>
          </p:nvSpPr>
          <p:spPr>
            <a:xfrm>
              <a:off x="9679033" y="275940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B50E1DE6-3490-C45F-F745-58CAD272B59D}"/>
                </a:ext>
              </a:extLst>
            </p:cNvPr>
            <p:cNvSpPr/>
            <p:nvPr userDrawn="1"/>
          </p:nvSpPr>
          <p:spPr>
            <a:xfrm>
              <a:off x="550863" y="822205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62234271-E608-27BA-6BBB-FB03EDC7A05A}"/>
                </a:ext>
              </a:extLst>
            </p:cNvPr>
            <p:cNvSpPr/>
            <p:nvPr userDrawn="1"/>
          </p:nvSpPr>
          <p:spPr>
            <a:xfrm>
              <a:off x="1380744" y="822205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357E396E-8514-EDE9-55FC-5C3370272C7C}"/>
                </a:ext>
              </a:extLst>
            </p:cNvPr>
            <p:cNvSpPr/>
            <p:nvPr userDrawn="1"/>
          </p:nvSpPr>
          <p:spPr>
            <a:xfrm>
              <a:off x="2210625" y="822205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F102FAF8-60C6-00F1-0561-71AC473EC057}"/>
                </a:ext>
              </a:extLst>
            </p:cNvPr>
            <p:cNvSpPr/>
            <p:nvPr userDrawn="1"/>
          </p:nvSpPr>
          <p:spPr>
            <a:xfrm>
              <a:off x="3040506" y="822205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49BAC507-5EF3-857D-7A3D-4C023E30D0E2}"/>
                </a:ext>
              </a:extLst>
            </p:cNvPr>
            <p:cNvSpPr/>
            <p:nvPr userDrawn="1"/>
          </p:nvSpPr>
          <p:spPr>
            <a:xfrm>
              <a:off x="3870387" y="822205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2EAE3F55-EB2C-7891-8D61-6B2E6ECE0616}"/>
                </a:ext>
              </a:extLst>
            </p:cNvPr>
            <p:cNvSpPr/>
            <p:nvPr userDrawn="1"/>
          </p:nvSpPr>
          <p:spPr>
            <a:xfrm>
              <a:off x="4700268" y="822205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C5E163F9-DB4F-1BD7-450C-8183F7D2AB76}"/>
                </a:ext>
              </a:extLst>
            </p:cNvPr>
            <p:cNvSpPr/>
            <p:nvPr userDrawn="1"/>
          </p:nvSpPr>
          <p:spPr>
            <a:xfrm>
              <a:off x="5530149" y="822205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37A94A6E-C33A-305C-A0CA-0FDFAF9C71EF}"/>
                </a:ext>
              </a:extLst>
            </p:cNvPr>
            <p:cNvSpPr/>
            <p:nvPr userDrawn="1"/>
          </p:nvSpPr>
          <p:spPr>
            <a:xfrm>
              <a:off x="6360030" y="822205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B10B114E-2974-3B4B-787E-3576AF2DFE74}"/>
                </a:ext>
              </a:extLst>
            </p:cNvPr>
            <p:cNvSpPr/>
            <p:nvPr userDrawn="1"/>
          </p:nvSpPr>
          <p:spPr>
            <a:xfrm>
              <a:off x="7189390" y="822205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D4B17724-0322-643B-76C4-ED78175A6DDD}"/>
                </a:ext>
              </a:extLst>
            </p:cNvPr>
            <p:cNvSpPr/>
            <p:nvPr userDrawn="1"/>
          </p:nvSpPr>
          <p:spPr>
            <a:xfrm>
              <a:off x="8019271" y="822205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F89D50A4-059B-8FA7-7C5B-703D558A407D}"/>
                </a:ext>
              </a:extLst>
            </p:cNvPr>
            <p:cNvSpPr/>
            <p:nvPr userDrawn="1"/>
          </p:nvSpPr>
          <p:spPr>
            <a:xfrm>
              <a:off x="8849152" y="822205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AAD77A4E-B8CF-551F-6A69-A487590619C1}"/>
                </a:ext>
              </a:extLst>
            </p:cNvPr>
            <p:cNvSpPr/>
            <p:nvPr userDrawn="1"/>
          </p:nvSpPr>
          <p:spPr>
            <a:xfrm>
              <a:off x="9679033" y="822205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83C40BE6-40BE-E19D-A76F-FB0CAE857E4F}"/>
                </a:ext>
              </a:extLst>
            </p:cNvPr>
            <p:cNvSpPr/>
            <p:nvPr userDrawn="1"/>
          </p:nvSpPr>
          <p:spPr>
            <a:xfrm>
              <a:off x="550863" y="1368067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EFBEFB97-564F-ABB3-B0D0-064F7172EFA4}"/>
                </a:ext>
              </a:extLst>
            </p:cNvPr>
            <p:cNvSpPr/>
            <p:nvPr userDrawn="1"/>
          </p:nvSpPr>
          <p:spPr>
            <a:xfrm>
              <a:off x="1380744" y="1368067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7463650A-D5AC-228C-8212-C137B64FA687}"/>
                </a:ext>
              </a:extLst>
            </p:cNvPr>
            <p:cNvSpPr/>
            <p:nvPr userDrawn="1"/>
          </p:nvSpPr>
          <p:spPr>
            <a:xfrm>
              <a:off x="2210625" y="1368067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07EF9DD1-7E90-8D56-FCF2-44C916F635CB}"/>
                </a:ext>
              </a:extLst>
            </p:cNvPr>
            <p:cNvSpPr/>
            <p:nvPr userDrawn="1"/>
          </p:nvSpPr>
          <p:spPr>
            <a:xfrm>
              <a:off x="3040506" y="1368067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75140A8E-6C32-FA54-350E-661BD1D023B1}"/>
                </a:ext>
              </a:extLst>
            </p:cNvPr>
            <p:cNvSpPr/>
            <p:nvPr userDrawn="1"/>
          </p:nvSpPr>
          <p:spPr>
            <a:xfrm>
              <a:off x="3870387" y="1368067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C762DBD3-FB4B-133F-B773-C2413A09265C}"/>
                </a:ext>
              </a:extLst>
            </p:cNvPr>
            <p:cNvSpPr/>
            <p:nvPr userDrawn="1"/>
          </p:nvSpPr>
          <p:spPr>
            <a:xfrm>
              <a:off x="4700268" y="1368067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560743EE-522F-5E77-16AD-78695D3B3E77}"/>
                </a:ext>
              </a:extLst>
            </p:cNvPr>
            <p:cNvSpPr/>
            <p:nvPr userDrawn="1"/>
          </p:nvSpPr>
          <p:spPr>
            <a:xfrm>
              <a:off x="5530149" y="1368067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420381E9-C72B-88F0-4ABA-F0DBA7EE46B9}"/>
                </a:ext>
              </a:extLst>
            </p:cNvPr>
            <p:cNvSpPr/>
            <p:nvPr userDrawn="1"/>
          </p:nvSpPr>
          <p:spPr>
            <a:xfrm>
              <a:off x="6360030" y="1368067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34CBEA06-4D4D-9A1C-B398-D886E94B7375}"/>
                </a:ext>
              </a:extLst>
            </p:cNvPr>
            <p:cNvSpPr/>
            <p:nvPr userDrawn="1"/>
          </p:nvSpPr>
          <p:spPr>
            <a:xfrm>
              <a:off x="7189390" y="1368067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CB1A723B-8549-F25C-2ABC-A62C3BDD75E1}"/>
                </a:ext>
              </a:extLst>
            </p:cNvPr>
            <p:cNvSpPr/>
            <p:nvPr userDrawn="1"/>
          </p:nvSpPr>
          <p:spPr>
            <a:xfrm>
              <a:off x="8019271" y="1368067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0B4573B2-555E-99EF-F543-571E7326298D}"/>
                </a:ext>
              </a:extLst>
            </p:cNvPr>
            <p:cNvSpPr/>
            <p:nvPr userDrawn="1"/>
          </p:nvSpPr>
          <p:spPr>
            <a:xfrm>
              <a:off x="8849152" y="1368067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AD431F64-A266-BA45-746F-E75F88C2B2D2}"/>
                </a:ext>
              </a:extLst>
            </p:cNvPr>
            <p:cNvSpPr/>
            <p:nvPr userDrawn="1"/>
          </p:nvSpPr>
          <p:spPr>
            <a:xfrm>
              <a:off x="9679033" y="1368067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0C8C7010-E16F-02E4-FD46-8B1D2873CBB9}"/>
                </a:ext>
              </a:extLst>
            </p:cNvPr>
            <p:cNvSpPr/>
            <p:nvPr userDrawn="1"/>
          </p:nvSpPr>
          <p:spPr>
            <a:xfrm>
              <a:off x="550863" y="1913929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2169F5B1-5CA4-3B86-4A6F-7E72D3F5D578}"/>
                </a:ext>
              </a:extLst>
            </p:cNvPr>
            <p:cNvSpPr/>
            <p:nvPr userDrawn="1"/>
          </p:nvSpPr>
          <p:spPr>
            <a:xfrm>
              <a:off x="1380744" y="1913929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3F746EB7-3B0B-22A3-6E02-A276E2ADEE8E}"/>
                </a:ext>
              </a:extLst>
            </p:cNvPr>
            <p:cNvSpPr/>
            <p:nvPr userDrawn="1"/>
          </p:nvSpPr>
          <p:spPr>
            <a:xfrm>
              <a:off x="2210625" y="1913929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26E54829-4A37-4780-9170-199B88601231}"/>
                </a:ext>
              </a:extLst>
            </p:cNvPr>
            <p:cNvSpPr/>
            <p:nvPr userDrawn="1"/>
          </p:nvSpPr>
          <p:spPr>
            <a:xfrm>
              <a:off x="3040506" y="1913929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B2ED5240-C897-7D4A-44CA-4CFAD5CF2670}"/>
                </a:ext>
              </a:extLst>
            </p:cNvPr>
            <p:cNvSpPr/>
            <p:nvPr userDrawn="1"/>
          </p:nvSpPr>
          <p:spPr>
            <a:xfrm>
              <a:off x="3870387" y="1913929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7569A9FC-DCD4-18B5-8634-647FDB40FB2C}"/>
                </a:ext>
              </a:extLst>
            </p:cNvPr>
            <p:cNvSpPr/>
            <p:nvPr userDrawn="1"/>
          </p:nvSpPr>
          <p:spPr>
            <a:xfrm>
              <a:off x="4700268" y="1913929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E2DEE0A0-06A0-04C7-75BC-9CDE9DC9E12A}"/>
                </a:ext>
              </a:extLst>
            </p:cNvPr>
            <p:cNvSpPr/>
            <p:nvPr userDrawn="1"/>
          </p:nvSpPr>
          <p:spPr>
            <a:xfrm>
              <a:off x="5530149" y="1913929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F8CC2122-377B-9DB3-9EEB-9E018BC51F46}"/>
                </a:ext>
              </a:extLst>
            </p:cNvPr>
            <p:cNvSpPr/>
            <p:nvPr userDrawn="1"/>
          </p:nvSpPr>
          <p:spPr>
            <a:xfrm>
              <a:off x="6360030" y="1913929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A2AA63BC-65C3-EC59-F67C-6A443D365B39}"/>
                </a:ext>
              </a:extLst>
            </p:cNvPr>
            <p:cNvSpPr/>
            <p:nvPr userDrawn="1"/>
          </p:nvSpPr>
          <p:spPr>
            <a:xfrm>
              <a:off x="7189390" y="1913929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8F59A228-A115-FE9D-726D-9103E7983541}"/>
                </a:ext>
              </a:extLst>
            </p:cNvPr>
            <p:cNvSpPr/>
            <p:nvPr userDrawn="1"/>
          </p:nvSpPr>
          <p:spPr>
            <a:xfrm>
              <a:off x="8019271" y="1913929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98905F3F-8986-EB0E-C6EC-0A3E06DF1C91}"/>
                </a:ext>
              </a:extLst>
            </p:cNvPr>
            <p:cNvSpPr/>
            <p:nvPr userDrawn="1"/>
          </p:nvSpPr>
          <p:spPr>
            <a:xfrm>
              <a:off x="8849152" y="1913929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C7D90EBF-C287-908F-BE53-C69E0FED2153}"/>
                </a:ext>
              </a:extLst>
            </p:cNvPr>
            <p:cNvSpPr/>
            <p:nvPr userDrawn="1"/>
          </p:nvSpPr>
          <p:spPr>
            <a:xfrm>
              <a:off x="9679033" y="1913929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CC9E884E-91F4-04D0-267E-AB91DAD0119D}"/>
                </a:ext>
              </a:extLst>
            </p:cNvPr>
            <p:cNvSpPr/>
            <p:nvPr userDrawn="1"/>
          </p:nvSpPr>
          <p:spPr>
            <a:xfrm>
              <a:off x="550863" y="2459791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56879592-6599-0A7C-0D06-6C4B1CC31BA5}"/>
                </a:ext>
              </a:extLst>
            </p:cNvPr>
            <p:cNvSpPr/>
            <p:nvPr userDrawn="1"/>
          </p:nvSpPr>
          <p:spPr>
            <a:xfrm>
              <a:off x="1380744" y="2459791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BE1C11C7-84F6-6B9F-B997-2D1842FB5A2C}"/>
                </a:ext>
              </a:extLst>
            </p:cNvPr>
            <p:cNvSpPr/>
            <p:nvPr userDrawn="1"/>
          </p:nvSpPr>
          <p:spPr>
            <a:xfrm>
              <a:off x="2210625" y="2459791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0777287E-6E7E-0F88-928D-5B59081F48B7}"/>
                </a:ext>
              </a:extLst>
            </p:cNvPr>
            <p:cNvSpPr/>
            <p:nvPr userDrawn="1"/>
          </p:nvSpPr>
          <p:spPr>
            <a:xfrm>
              <a:off x="3040506" y="2459791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1C701D8C-2853-46B3-AAF0-208BD4EFA84A}"/>
                </a:ext>
              </a:extLst>
            </p:cNvPr>
            <p:cNvSpPr/>
            <p:nvPr userDrawn="1"/>
          </p:nvSpPr>
          <p:spPr>
            <a:xfrm>
              <a:off x="3870387" y="2459791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5F7A6FA7-1BEA-60B6-8C5C-5CD9BD5CA1E2}"/>
                </a:ext>
              </a:extLst>
            </p:cNvPr>
            <p:cNvSpPr/>
            <p:nvPr userDrawn="1"/>
          </p:nvSpPr>
          <p:spPr>
            <a:xfrm>
              <a:off x="4700268" y="2459791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3FEF3C6F-0071-4774-11F1-B387A8C4CF8F}"/>
                </a:ext>
              </a:extLst>
            </p:cNvPr>
            <p:cNvSpPr/>
            <p:nvPr userDrawn="1"/>
          </p:nvSpPr>
          <p:spPr>
            <a:xfrm>
              <a:off x="5530149" y="2459791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7A2215F8-79C2-BC5E-9011-33B9B2B8A218}"/>
                </a:ext>
              </a:extLst>
            </p:cNvPr>
            <p:cNvSpPr/>
            <p:nvPr userDrawn="1"/>
          </p:nvSpPr>
          <p:spPr>
            <a:xfrm>
              <a:off x="6360030" y="2459791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07101CC6-92AA-D96C-2CD8-20EAB7458325}"/>
                </a:ext>
              </a:extLst>
            </p:cNvPr>
            <p:cNvSpPr/>
            <p:nvPr userDrawn="1"/>
          </p:nvSpPr>
          <p:spPr>
            <a:xfrm>
              <a:off x="7189390" y="2459791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35469F98-D1E8-D6EC-AEFA-B0970918188B}"/>
                </a:ext>
              </a:extLst>
            </p:cNvPr>
            <p:cNvSpPr/>
            <p:nvPr userDrawn="1"/>
          </p:nvSpPr>
          <p:spPr>
            <a:xfrm>
              <a:off x="8019271" y="2459791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2DC1F0D1-99CB-F8B5-7BD2-CD25A8940818}"/>
                </a:ext>
              </a:extLst>
            </p:cNvPr>
            <p:cNvSpPr/>
            <p:nvPr userDrawn="1"/>
          </p:nvSpPr>
          <p:spPr>
            <a:xfrm>
              <a:off x="8849152" y="2459791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89ED8B71-5625-A6C3-9BF6-FA3C1972E5B3}"/>
                </a:ext>
              </a:extLst>
            </p:cNvPr>
            <p:cNvSpPr/>
            <p:nvPr userDrawn="1"/>
          </p:nvSpPr>
          <p:spPr>
            <a:xfrm>
              <a:off x="9679033" y="2459791"/>
              <a:ext cx="829881" cy="545862"/>
            </a:xfrm>
            <a:prstGeom prst="rect">
              <a:avLst/>
            </a:prstGeom>
            <a:noFill/>
            <a:ln w="3175" cap="flat" cmpd="sng" algn="ctr">
              <a:solidFill>
                <a:srgbClr val="FF816E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L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sp>
        <p:nvSpPr>
          <p:cNvPr id="459" name="Title Placeholder 458">
            <a:extLst>
              <a:ext uri="{FF2B5EF4-FFF2-40B4-BE49-F238E27FC236}">
                <a16:creationId xmlns:a16="http://schemas.microsoft.com/office/drawing/2014/main" id="{37C21583-F64A-80BC-6C9C-E0E433558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340" y="549274"/>
            <a:ext cx="11089754" cy="1068154"/>
          </a:xfrm>
          <a:prstGeom prst="rect">
            <a:avLst/>
          </a:prstGeom>
        </p:spPr>
        <p:txBody>
          <a:bodyPr vert="horz" lIns="0" tIns="0" rIns="0" bIns="180000" rtlCol="0" anchor="t" anchorCtr="0">
            <a:spAutoFit/>
          </a:bodyPr>
          <a:lstStyle/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71E03-CBA6-52E2-4F6A-FBD09905C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339" y="1617428"/>
            <a:ext cx="11089752" cy="46912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12" name="Date Placeholder 34">
            <a:extLst>
              <a:ext uri="{FF2B5EF4-FFF2-40B4-BE49-F238E27FC236}">
                <a16:creationId xmlns:a16="http://schemas.microsoft.com/office/drawing/2014/main" id="{DA535D15-7AC4-A74E-8DAA-91B067BEA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76614" y="6650661"/>
            <a:ext cx="1764000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lang="de-DE" sz="800" smtClean="0">
                <a:solidFill>
                  <a:schemeClr val="tx1">
                    <a:lumMod val="65000"/>
                  </a:schemeClr>
                </a:solidFill>
                <a:latin typeface="+mn-lt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/>
              <a:t>© Capgemini 2025. All rights reserved.</a:t>
            </a:r>
            <a:endParaRPr lang="en-US"/>
          </a:p>
        </p:txBody>
      </p:sp>
      <p:sp>
        <p:nvSpPr>
          <p:cNvPr id="13" name="Slide Number Placeholder 37">
            <a:extLst>
              <a:ext uri="{FF2B5EF4-FFF2-40B4-BE49-F238E27FC236}">
                <a16:creationId xmlns:a16="http://schemas.microsoft.com/office/drawing/2014/main" id="{023774F3-64D7-B745-3915-A12884D1D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8341" y="6650661"/>
            <a:ext cx="232665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de-DE" sz="800" b="0" i="0" smtClean="0">
                <a:solidFill>
                  <a:schemeClr val="tx1">
                    <a:lumMod val="6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algn="r"/>
            <a:fld id="{5D9A5160-6218-4E5A-B9E6-B93E3DAE377C}" type="slidenum">
              <a:rPr lang="en-US" smtClean="0"/>
              <a:pPr algn="r"/>
              <a:t>‹N°›</a:t>
            </a:fld>
            <a:endParaRPr lang="en-US"/>
          </a:p>
        </p:txBody>
      </p:sp>
      <p:sp>
        <p:nvSpPr>
          <p:cNvPr id="14" name="Footer Placeholder 9">
            <a:extLst>
              <a:ext uri="{FF2B5EF4-FFF2-40B4-BE49-F238E27FC236}">
                <a16:creationId xmlns:a16="http://schemas.microsoft.com/office/drawing/2014/main" id="{E12E9E86-E381-A52F-32DF-449DADAB7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0863" y="6650661"/>
            <a:ext cx="4716524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>
              <a:defRPr lang="de-DE" sz="8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Assets library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660A5E-91BD-A70C-6C0E-373AA15F34A4}"/>
              </a:ext>
            </a:extLst>
          </p:cNvPr>
          <p:cNvSpPr/>
          <p:nvPr userDrawn="1"/>
        </p:nvSpPr>
        <p:spPr>
          <a:xfrm>
            <a:off x="8380317" y="6650661"/>
            <a:ext cx="1427434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</a:rPr>
              <a:t>Company Confidential</a:t>
            </a:r>
            <a:endParaRPr kumimoji="0" lang="en-PL" sz="8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63404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</p:sldLayoutIdLst>
  <p:hf hdr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PL" sz="3200" b="0" i="0" u="none" strike="noStrike" kern="1200" cap="none" spc="0" normalizeH="0" baseline="0" noProof="0" smtClean="0">
          <a:ln>
            <a:noFill/>
          </a:ln>
          <a:solidFill>
            <a:srgbClr val="FFFFFF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kumimoji="0" lang="en-GB" sz="1400" b="0" i="0" u="none" strike="noStrike" kern="1200" cap="none" spc="0" normalizeH="0" baseline="0" dirty="0" smtClean="0">
          <a:ln>
            <a:noFill/>
          </a:ln>
          <a:solidFill>
            <a:schemeClr val="tx1"/>
          </a:solidFill>
          <a:effectLst/>
          <a:uLnTx/>
          <a:uFillTx/>
          <a:latin typeface="Ubuntu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kumimoji="0" lang="en-GB" sz="1400" b="0" i="0" u="none" strike="noStrike" kern="1200" cap="none" spc="0" normalizeH="0" baseline="0" dirty="0" smtClean="0">
          <a:ln>
            <a:noFill/>
          </a:ln>
          <a:solidFill>
            <a:schemeClr val="tx1"/>
          </a:solidFill>
          <a:effectLst/>
          <a:uLnTx/>
          <a:uFillTx/>
          <a:latin typeface="Ubuntu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System Font Regular"/>
        <a:buChar char="-"/>
        <a:defRPr kumimoji="0" lang="en-GB" sz="1400" b="0" i="0" u="none" strike="noStrike" kern="1200" cap="none" spc="0" normalizeH="0" baseline="0" dirty="0" smtClean="0">
          <a:ln>
            <a:noFill/>
          </a:ln>
          <a:solidFill>
            <a:schemeClr val="tx1"/>
          </a:solidFill>
          <a:effectLst/>
          <a:uLnTx/>
          <a:uFillTx/>
          <a:latin typeface="Ubuntu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tabLst/>
        <a:defRPr kumimoji="0" lang="en-GB" sz="1400" b="0" i="0" u="none" strike="noStrike" kern="1200" cap="none" spc="0" normalizeH="0" baseline="0" dirty="0" smtClean="0">
          <a:ln>
            <a:noFill/>
          </a:ln>
          <a:solidFill>
            <a:schemeClr val="tx1"/>
          </a:solidFill>
          <a:effectLst/>
          <a:uLnTx/>
          <a:uFillTx/>
          <a:latin typeface="Ubuntu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System Font Regular"/>
        <a:buChar char="-"/>
        <a:defRPr kumimoji="0" lang="en-PL" sz="1400" b="0" i="0" u="none" strike="noStrike" kern="1200" cap="none" spc="0" normalizeH="0" baseline="0" dirty="0" smtClean="0">
          <a:ln>
            <a:noFill/>
          </a:ln>
          <a:solidFill>
            <a:schemeClr val="tx1"/>
          </a:solidFill>
          <a:effectLst/>
          <a:uLnTx/>
          <a:uFillTx/>
          <a:latin typeface="Ubuntu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709">
          <p15:clr>
            <a:srgbClr val="F26B43"/>
          </p15:clr>
        </p15:guide>
        <p15:guide id="19" orient="horz" pos="4065">
          <p15:clr>
            <a:srgbClr val="F26B43"/>
          </p15:clr>
        </p15:guide>
        <p15:guide id="20" pos="347">
          <p15:clr>
            <a:srgbClr val="F26B43"/>
          </p15:clr>
        </p15:guide>
        <p15:guide id="21" pos="3840">
          <p15:clr>
            <a:srgbClr val="F26B43"/>
          </p15:clr>
        </p15:guide>
        <p15:guide id="22" pos="7333">
          <p15:clr>
            <a:srgbClr val="F26B43"/>
          </p15:clr>
        </p15:guide>
        <p15:guide id="23" orient="horz" pos="164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5" orient="horz" pos="346">
          <p15:clr>
            <a:srgbClr val="F26B43"/>
          </p15:clr>
        </p15:guide>
        <p15:guide id="26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PC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7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stock.adobe.com/" TargetMode="External"/><Relationship Id="rId13" Type="http://schemas.openxmlformats.org/officeDocument/2006/relationships/image" Target="../media/image25.png"/><Relationship Id="rId3" Type="http://schemas.openxmlformats.org/officeDocument/2006/relationships/image" Target="../media/image26.png"/><Relationship Id="rId7" Type="http://schemas.openxmlformats.org/officeDocument/2006/relationships/hyperlink" Target="https://www.shutterstock.com/" TargetMode="External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5.xml"/><Relationship Id="rId6" Type="http://schemas.openxmlformats.org/officeDocument/2006/relationships/hyperlink" Target="https://www.gettyimages.co.uk/" TargetMode="External"/><Relationship Id="rId11" Type="http://schemas.openxmlformats.org/officeDocument/2006/relationships/image" Target="../media/image22.png"/><Relationship Id="rId5" Type="http://schemas.openxmlformats.org/officeDocument/2006/relationships/hyperlink" Target="https://dam.gettyimages.com/capgemini/photo-library" TargetMode="External"/><Relationship Id="rId10" Type="http://schemas.openxmlformats.org/officeDocument/2006/relationships/image" Target="../media/image23.png"/><Relationship Id="rId4" Type="http://schemas.openxmlformats.org/officeDocument/2006/relationships/hyperlink" Target="https://capgemini.sharepoint.com/sites/CyberKnowledgeCenter/SitePages/Classification-Overview-and-Guidelines.aspx" TargetMode="External"/><Relationship Id="rId9" Type="http://schemas.openxmlformats.org/officeDocument/2006/relationships/hyperlink" Target="https://capgemini.sharepoint.com/:p:/s/GroupBrandAdvertising/EfPUD_XUERhDtTsXV_OIDosBnlNNOSpmTjdWqTDvVJZoYA?e=dbjEI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E22094-54F3-1E00-3620-6835E8DA3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69F8B1-2714-DE1C-F61D-467030744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1947280"/>
            <a:ext cx="6660632" cy="2034815"/>
          </a:xfrm>
        </p:spPr>
        <p:txBody>
          <a:bodyPr anchor="ctr"/>
          <a:lstStyle/>
          <a:p>
            <a:r>
              <a:rPr lang="en-GB" sz="4800" dirty="0"/>
              <a:t>Hackathon National </a:t>
            </a:r>
            <a:br>
              <a:rPr lang="en-GB" sz="4800" dirty="0"/>
            </a:br>
            <a:r>
              <a:rPr lang="en-US" dirty="0"/>
              <a:t>Gen AI &amp; Agentic AI</a:t>
            </a:r>
            <a:endParaRPr lang="en-US" sz="4800" dirty="0"/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4FD5A876-9E0F-5CC4-38E7-04AAFFC72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893312"/>
            <a:ext cx="11090275" cy="553998"/>
          </a:xfrm>
        </p:spPr>
        <p:txBody>
          <a:bodyPr/>
          <a:lstStyle/>
          <a:p>
            <a:r>
              <a:rPr lang="en-US" sz="36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Capgemini Maroc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2F6440-62DA-0801-FBE3-CC1269557B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94553"/>
          </a:xfrm>
          <a:prstGeom prst="rect">
            <a:avLst/>
          </a:prstGeom>
          <a:gradFill>
            <a:gsLst>
              <a:gs pos="99000">
                <a:srgbClr val="00D5D0"/>
              </a:gs>
              <a:gs pos="0">
                <a:srgbClr val="121A38"/>
              </a:gs>
              <a:gs pos="30000">
                <a:srgbClr val="0058AB"/>
              </a:gs>
              <a:gs pos="70000">
                <a:srgbClr val="1DB7F3"/>
              </a:gs>
            </a:gsLst>
            <a:lin ang="0" scaled="0"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L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82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2298" y="183335"/>
            <a:ext cx="6113077" cy="792163"/>
          </a:xfrm>
        </p:spPr>
        <p:txBody>
          <a:bodyPr/>
          <a:lstStyle/>
          <a:p>
            <a:r>
              <a:rPr lang="en-US" sz="2000" b="1" dirty="0"/>
              <a:t>Intelligent Customer Request Processing – Electricity Contractualization</a:t>
            </a:r>
            <a:endParaRPr lang="en-GB" sz="2000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06A00BB-62BB-4E38-A548-65DC793A0CEC}"/>
              </a:ext>
            </a:extLst>
          </p:cNvPr>
          <p:cNvSpPr txBox="1">
            <a:spLocks/>
          </p:cNvSpPr>
          <p:nvPr/>
        </p:nvSpPr>
        <p:spPr>
          <a:xfrm>
            <a:off x="525066" y="1129123"/>
            <a:ext cx="5400000" cy="360000"/>
          </a:xfrm>
          <a:prstGeom prst="rect">
            <a:avLst/>
          </a:prstGeom>
          <a:solidFill>
            <a:srgbClr val="0070AD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 Medium"/>
                <a:ea typeface="+mn-ea"/>
                <a:cs typeface="+mn-cs"/>
              </a:rPr>
              <a:t>Context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 Medium"/>
                <a:ea typeface="+mn-ea"/>
                <a:cs typeface="+mn-cs"/>
              </a:rPr>
              <a:t> 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24BC97D-D742-4656-BED6-39CE6697D04F}"/>
              </a:ext>
            </a:extLst>
          </p:cNvPr>
          <p:cNvSpPr txBox="1">
            <a:spLocks/>
          </p:cNvSpPr>
          <p:nvPr/>
        </p:nvSpPr>
        <p:spPr>
          <a:xfrm>
            <a:off x="525066" y="1481623"/>
            <a:ext cx="5400000" cy="1911395"/>
          </a:xfrm>
          <a:prstGeom prst="rect">
            <a:avLst/>
          </a:prstGeom>
          <a:solidFill>
            <a:schemeClr val="bg1"/>
          </a:solidFill>
        </p:spPr>
        <p:txBody>
          <a:bodyPr vert="horz" lIns="90000" tIns="54000" rIns="90000" bIns="54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marR="0" lvl="1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Current Process:</a:t>
            </a:r>
          </a:p>
          <a:p>
            <a:pPr marL="357188" marR="0" lvl="2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2ABD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 err="1">
                <a:solidFill>
                  <a:prstClr val="black"/>
                </a:solidFill>
                <a:latin typeface="Ubuntu"/>
              </a:rPr>
              <a:t>Elelctricity</a:t>
            </a:r>
            <a:r>
              <a:rPr lang="en-US" sz="1200" dirty="0">
                <a:solidFill>
                  <a:prstClr val="black"/>
                </a:solidFill>
                <a:latin typeface="Ubuntu"/>
              </a:rPr>
              <a:t> contract requests are manually processed ,from  verification,  validation , contract  generation to the delivery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79388" marR="0" lvl="1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Issues</a:t>
            </a:r>
            <a:r>
              <a:rPr lang="en-US" sz="1200" dirty="0">
                <a:solidFill>
                  <a:prstClr val="black"/>
                </a:solidFill>
                <a:latin typeface="Ubuntu"/>
              </a:rPr>
              <a:t>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357188" marR="0" lvl="2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2ABD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Slow processing, data inconsistency due to manual handling , operational cost and poor costumer experience .</a:t>
            </a:r>
          </a:p>
          <a:p>
            <a:pPr marL="179388" marR="0" lvl="1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Opportunities</a:t>
            </a:r>
          </a:p>
          <a:p>
            <a:pPr marL="357188" marR="0" lvl="2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2ABD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Potential reduction in manual processing through AI, full automated coverage of contract generation, low error rate, better CX .</a:t>
            </a:r>
          </a:p>
          <a:p>
            <a:pPr marL="361950" marR="0" lvl="2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Verdana" panose="020B0604030504040204" pitchFamily="34" charset="0"/>
              <a:buChar char="–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4762" marR="0" lvl="1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EEAE55-3908-4254-BFA1-09020080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532232" y="3499692"/>
            <a:ext cx="5400000" cy="28800"/>
          </a:xfrm>
          <a:prstGeom prst="rect">
            <a:avLst/>
          </a:prstGeom>
          <a:solidFill>
            <a:srgbClr val="0070AD"/>
          </a:solidFill>
        </p:spPr>
        <p:txBody>
          <a:bodyPr vert="horz" lIns="0" tIns="0" rIns="0" bIns="0" rtlCol="0" anchor="ctr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 Medium"/>
              <a:ea typeface="+mn-ea"/>
              <a:cs typeface="+mn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5BE0285-E253-45DC-AD48-1FC2E338C362}"/>
              </a:ext>
            </a:extLst>
          </p:cNvPr>
          <p:cNvSpPr txBox="1">
            <a:spLocks/>
          </p:cNvSpPr>
          <p:nvPr/>
        </p:nvSpPr>
        <p:spPr>
          <a:xfrm>
            <a:off x="6266935" y="1129123"/>
            <a:ext cx="5400000" cy="360000"/>
          </a:xfrm>
          <a:prstGeom prst="rect">
            <a:avLst/>
          </a:prstGeom>
          <a:solidFill>
            <a:srgbClr val="007D74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 Medium"/>
                <a:ea typeface="+mn-ea"/>
                <a:cs typeface="+mn-cs"/>
              </a:rPr>
              <a:t>Idea description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CD56D34-2A2E-4AE7-81CE-420EA02090DA}"/>
              </a:ext>
            </a:extLst>
          </p:cNvPr>
          <p:cNvSpPr txBox="1">
            <a:spLocks/>
          </p:cNvSpPr>
          <p:nvPr/>
        </p:nvSpPr>
        <p:spPr>
          <a:xfrm>
            <a:off x="6266934" y="1452823"/>
            <a:ext cx="5400000" cy="2025205"/>
          </a:xfrm>
          <a:prstGeom prst="rect">
            <a:avLst/>
          </a:prstGeom>
          <a:solidFill>
            <a:schemeClr val="bg1"/>
          </a:solidFill>
        </p:spPr>
        <p:txBody>
          <a:bodyPr vert="horz" lIns="90000" tIns="54000" rIns="90000" bIns="54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marR="0" lvl="1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Functional aspects:</a:t>
            </a:r>
          </a:p>
          <a:p>
            <a:pPr marL="357188" marR="0" lvl="2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2ABD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Online client subscription via web form(individual / Enterprise )</a:t>
            </a:r>
          </a:p>
          <a:p>
            <a:pPr marL="357188" marR="0" lvl="2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2ABD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Ubuntu"/>
              </a:rPr>
              <a:t>AI identity verification through OCR (draft -&gt; validated )</a:t>
            </a:r>
          </a:p>
          <a:p>
            <a:pPr marL="357188" marR="0" lvl="2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2ABD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Instant contract delivery and electronic signature </a:t>
            </a:r>
          </a:p>
          <a:p>
            <a:pPr marL="179388" marR="0" lvl="1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Technical aspects:</a:t>
            </a:r>
          </a:p>
          <a:p>
            <a:pPr marL="357188" lvl="2" indent="-179388">
              <a:lnSpc>
                <a:spcPct val="100000"/>
              </a:lnSpc>
              <a:spcBef>
                <a:spcPts val="300"/>
              </a:spcBef>
              <a:buClr>
                <a:srgbClr val="12ABDB"/>
              </a:buClr>
              <a:defRPr/>
            </a:pPr>
            <a:r>
              <a:rPr lang="en-US" sz="1200" dirty="0">
                <a:solidFill>
                  <a:prstClr val="black"/>
                </a:solidFill>
                <a:latin typeface="Ubuntu"/>
              </a:rPr>
              <a:t>OCR-powered identity verification pipeline</a:t>
            </a:r>
          </a:p>
          <a:p>
            <a:pPr marL="357188" lvl="2" indent="-179388">
              <a:lnSpc>
                <a:spcPct val="100000"/>
              </a:lnSpc>
              <a:spcBef>
                <a:spcPts val="300"/>
              </a:spcBef>
              <a:buClr>
                <a:srgbClr val="12ABDB"/>
              </a:buClr>
              <a:defRPr/>
            </a:pPr>
            <a:r>
              <a:rPr lang="en-US" sz="1200" dirty="0">
                <a:solidFill>
                  <a:prstClr val="black"/>
                </a:solidFill>
                <a:latin typeface="Ubuntu"/>
              </a:rPr>
              <a:t>Multi-step contract workflow</a:t>
            </a:r>
          </a:p>
          <a:p>
            <a:pPr marL="357188" lvl="2" indent="-179388">
              <a:lnSpc>
                <a:spcPct val="100000"/>
              </a:lnSpc>
              <a:spcBef>
                <a:spcPts val="300"/>
              </a:spcBef>
              <a:buClr>
                <a:srgbClr val="12ABDB"/>
              </a:buClr>
              <a:defRPr/>
            </a:pPr>
            <a:r>
              <a:rPr lang="en-US" sz="1200" dirty="0">
                <a:solidFill>
                  <a:prstClr val="black"/>
                </a:solidFill>
                <a:latin typeface="Ubuntu"/>
              </a:rPr>
              <a:t>Database-driven with ORM , Real-time form validation</a:t>
            </a:r>
          </a:p>
          <a:p>
            <a:pPr marL="357188" lvl="2" indent="-179388">
              <a:lnSpc>
                <a:spcPct val="100000"/>
              </a:lnSpc>
              <a:spcBef>
                <a:spcPts val="300"/>
              </a:spcBef>
              <a:buClr>
                <a:srgbClr val="12ABDB"/>
              </a:buClr>
              <a:defRPr/>
            </a:pPr>
            <a:r>
              <a:rPr lang="en-US" sz="1200" dirty="0">
                <a:solidFill>
                  <a:prstClr val="black"/>
                </a:solidFill>
                <a:latin typeface="Ubuntu"/>
              </a:rPr>
              <a:t>Email &amp; document automation, Knowledge base integration</a:t>
            </a:r>
          </a:p>
          <a:p>
            <a:pPr marL="361950" marR="0" lvl="2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Verdana" panose="020B0604030504040204" pitchFamily="34" charset="0"/>
              <a:buChar char="–"/>
              <a:tabLst/>
              <a:defRPr/>
            </a:pPr>
            <a:endParaRPr lang="en-US" sz="1200" dirty="0">
              <a:solidFill>
                <a:prstClr val="black"/>
              </a:solidFill>
              <a:latin typeface="Ubuntu"/>
            </a:endParaRPr>
          </a:p>
          <a:p>
            <a:pPr marL="179388" marR="0" lvl="1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DC8BF98-1E31-4773-B628-C9C263F92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266934" y="3501008"/>
            <a:ext cx="5400000" cy="28800"/>
          </a:xfrm>
          <a:prstGeom prst="rect">
            <a:avLst/>
          </a:prstGeom>
          <a:solidFill>
            <a:srgbClr val="007D74"/>
          </a:solidFill>
        </p:spPr>
        <p:txBody>
          <a:bodyPr vert="horz" lIns="0" tIns="0" rIns="0" bIns="0" rtlCol="0" anchor="ctr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 Medium"/>
              <a:ea typeface="+mn-ea"/>
              <a:cs typeface="+mn-cs"/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577A5A07-26A4-49F3-B82A-F0D76F408C85}"/>
              </a:ext>
            </a:extLst>
          </p:cNvPr>
          <p:cNvSpPr txBox="1">
            <a:spLocks/>
          </p:cNvSpPr>
          <p:nvPr/>
        </p:nvSpPr>
        <p:spPr>
          <a:xfrm>
            <a:off x="532232" y="3607689"/>
            <a:ext cx="11134702" cy="360000"/>
          </a:xfrm>
          <a:prstGeom prst="rect">
            <a:avLst/>
          </a:prstGeom>
          <a:solidFill>
            <a:srgbClr val="14596B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BUSINESS / RSE VALUE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AE1AFC5-F81A-4897-B946-7F5F2536CA52}"/>
              </a:ext>
            </a:extLst>
          </p:cNvPr>
          <p:cNvSpPr txBox="1">
            <a:spLocks/>
          </p:cNvSpPr>
          <p:nvPr/>
        </p:nvSpPr>
        <p:spPr>
          <a:xfrm>
            <a:off x="524118" y="4065238"/>
            <a:ext cx="5408114" cy="768426"/>
          </a:xfrm>
          <a:prstGeom prst="rect">
            <a:avLst/>
          </a:prstGeom>
          <a:solidFill>
            <a:schemeClr val="bg1"/>
          </a:solidFill>
        </p:spPr>
        <p:txBody>
          <a:bodyPr vert="horz" lIns="90000" tIns="54000" rIns="90000" bIns="54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marR="0" lvl="1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Tangible Benefits</a:t>
            </a:r>
          </a:p>
          <a:p>
            <a:pPr marL="357188" marR="0" lvl="2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2ABD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Direct staffing cost reduction, paprerless workflow and reduced carbon footprint 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55CC1BE8-6BA1-456C-BA77-BD29E2DB6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582264" y="4979405"/>
            <a:ext cx="11084669" cy="58272"/>
          </a:xfrm>
          <a:prstGeom prst="rect">
            <a:avLst/>
          </a:prstGeom>
          <a:solidFill>
            <a:srgbClr val="14596B"/>
          </a:solidFill>
        </p:spPr>
        <p:txBody>
          <a:bodyPr vert="horz" lIns="0" tIns="0" rIns="0" bIns="0" rtlCol="0" anchor="ctr">
            <a:normAutofit fontScale="3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 Medium"/>
              <a:ea typeface="+mn-ea"/>
              <a:cs typeface="+mn-cs"/>
            </a:endParaRP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2C7D3B-CA3D-4A57-AF7D-4B96B19D80B8}"/>
              </a:ext>
            </a:extLst>
          </p:cNvPr>
          <p:cNvSpPr txBox="1">
            <a:spLocks/>
          </p:cNvSpPr>
          <p:nvPr/>
        </p:nvSpPr>
        <p:spPr>
          <a:xfrm>
            <a:off x="6178947" y="5075545"/>
            <a:ext cx="5400000" cy="262674"/>
          </a:xfrm>
          <a:prstGeom prst="rect">
            <a:avLst/>
          </a:prstGeom>
          <a:solidFill>
            <a:srgbClr val="272936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 Medium"/>
                <a:ea typeface="+mn-ea"/>
                <a:cs typeface="+mn-cs"/>
              </a:rPr>
              <a:t>Pre-requisites to implement Solution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6DC08F6-2453-473C-A738-8432C86E2549}"/>
              </a:ext>
            </a:extLst>
          </p:cNvPr>
          <p:cNvSpPr txBox="1">
            <a:spLocks/>
          </p:cNvSpPr>
          <p:nvPr/>
        </p:nvSpPr>
        <p:spPr>
          <a:xfrm>
            <a:off x="6348578" y="5340098"/>
            <a:ext cx="5400000" cy="1126480"/>
          </a:xfrm>
          <a:prstGeom prst="rect">
            <a:avLst/>
          </a:prstGeom>
          <a:solidFill>
            <a:schemeClr val="bg1"/>
          </a:solidFill>
        </p:spPr>
        <p:txBody>
          <a:bodyPr vert="horz" lIns="90000" tIns="54000" rIns="90000" bIns="54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Ubuntu"/>
              </a:rPr>
              <a:t>Python 3.10+ — </a:t>
            </a:r>
            <a:r>
              <a:rPr lang="en-US" sz="1200" dirty="0">
                <a:solidFill>
                  <a:prstClr val="black"/>
                </a:solidFill>
                <a:latin typeface="Ubuntu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</a:t>
            </a:r>
            <a:endParaRPr lang="en-US" sz="1200" dirty="0">
              <a:solidFill>
                <a:prstClr val="black"/>
              </a:solidFill>
              <a:latin typeface="Ubuntu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Ubuntu"/>
              </a:rPr>
              <a:t>Node.js 18+ — </a:t>
            </a:r>
            <a:r>
              <a:rPr lang="en-US" sz="1200" dirty="0">
                <a:solidFill>
                  <a:prstClr val="black"/>
                </a:solidFill>
                <a:latin typeface="Ubuntu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nodejs.org</a:t>
            </a:r>
            <a:endParaRPr lang="en-US" sz="1200" dirty="0">
              <a:solidFill>
                <a:prstClr val="black"/>
              </a:solidFill>
              <a:latin typeface="Ubuntu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prstClr val="black"/>
                </a:solidFill>
                <a:latin typeface="Ubuntu"/>
              </a:rPr>
              <a:t>npm</a:t>
            </a:r>
            <a:r>
              <a:rPr lang="en-US" sz="1200" dirty="0">
                <a:solidFill>
                  <a:prstClr val="black"/>
                </a:solidFill>
                <a:latin typeface="Ubuntu"/>
              </a:rPr>
              <a:t> 9+ (comes with Node.js)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Ubuntu"/>
              </a:rPr>
              <a:t>MySQL 8.0+ (or Aiven cloud instance)</a:t>
            </a:r>
          </a:p>
          <a:p>
            <a:endParaRPr lang="en-US" sz="1200" dirty="0">
              <a:solidFill>
                <a:prstClr val="black"/>
              </a:solidFill>
              <a:latin typeface="Ubuntu"/>
            </a:endParaRPr>
          </a:p>
          <a:p>
            <a:pPr marL="179388" marR="0" lvl="1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0ED06BA-B705-405A-9C38-7C2BAC61D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348578" y="6511051"/>
            <a:ext cx="5400000" cy="28800"/>
          </a:xfrm>
          <a:prstGeom prst="rect">
            <a:avLst/>
          </a:prstGeom>
          <a:solidFill>
            <a:srgbClr val="272936"/>
          </a:solidFill>
        </p:spPr>
        <p:txBody>
          <a:bodyPr vert="horz" lIns="0" tIns="0" rIns="0" bIns="0" rtlCol="0" anchor="ctr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 Medium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AF5E0B-3C62-1CB7-E353-9486B19C34C2}"/>
              </a:ext>
            </a:extLst>
          </p:cNvPr>
          <p:cNvSpPr txBox="1">
            <a:spLocks/>
          </p:cNvSpPr>
          <p:nvPr/>
        </p:nvSpPr>
        <p:spPr>
          <a:xfrm>
            <a:off x="6600056" y="3967928"/>
            <a:ext cx="5408114" cy="768426"/>
          </a:xfrm>
          <a:prstGeom prst="rect">
            <a:avLst/>
          </a:prstGeom>
          <a:solidFill>
            <a:schemeClr val="bg1"/>
          </a:solidFill>
        </p:spPr>
        <p:txBody>
          <a:bodyPr vert="horz" lIns="90000" tIns="54000" rIns="90000" bIns="54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marR="0" lvl="1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Intangible Benefits</a:t>
            </a:r>
          </a:p>
          <a:p>
            <a:pPr marL="349250" lvl="2" indent="-171450">
              <a:lnSpc>
                <a:spcPct val="100000"/>
              </a:lnSpc>
              <a:spcBef>
                <a:spcPts val="300"/>
              </a:spcBef>
              <a:buClr>
                <a:srgbClr val="0070AD"/>
              </a:buClr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Better CX (no office visit needed, instant ), employee satisfaction (focus on complex cases), scalability (foundation ready for future services contract modification, inquiries, complaints)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D0FB1B-D266-C4CF-40FC-749F80E82CFA}"/>
              </a:ext>
            </a:extLst>
          </p:cNvPr>
          <p:cNvSpPr txBox="1">
            <a:spLocks/>
          </p:cNvSpPr>
          <p:nvPr/>
        </p:nvSpPr>
        <p:spPr>
          <a:xfrm>
            <a:off x="542298" y="5140913"/>
            <a:ext cx="5400000" cy="262674"/>
          </a:xfrm>
          <a:prstGeom prst="rect">
            <a:avLst/>
          </a:prstGeom>
          <a:solidFill>
            <a:srgbClr val="BA2980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 Medium"/>
                <a:ea typeface="+mn-ea"/>
                <a:cs typeface="+mn-cs"/>
              </a:rPr>
              <a:t>Technologies involved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533B900-6516-4AB8-AE13-47018A7D7BD0}"/>
              </a:ext>
            </a:extLst>
          </p:cNvPr>
          <p:cNvSpPr txBox="1">
            <a:spLocks/>
          </p:cNvSpPr>
          <p:nvPr/>
        </p:nvSpPr>
        <p:spPr>
          <a:xfrm>
            <a:off x="217714" y="5390377"/>
            <a:ext cx="5777466" cy="1482781"/>
          </a:xfrm>
          <a:prstGeom prst="rect">
            <a:avLst/>
          </a:prstGeom>
          <a:noFill/>
        </p:spPr>
        <p:txBody>
          <a:bodyPr vert="horz" lIns="90000" tIns="54000" rIns="90000" bIns="54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lvl="2" indent="-179388">
              <a:lnSpc>
                <a:spcPct val="100000"/>
              </a:lnSpc>
              <a:spcBef>
                <a:spcPts val="300"/>
              </a:spcBef>
              <a:buClr>
                <a:srgbClr val="12ABDB"/>
              </a:buClr>
              <a:defRPr/>
            </a:pPr>
            <a:r>
              <a:rPr lang="en-US" sz="1200" dirty="0">
                <a:solidFill>
                  <a:prstClr val="black"/>
                </a:solidFill>
                <a:latin typeface="Ubuntu"/>
              </a:rPr>
              <a:t>Frontend: React 18 | TypeScript 5 | Vite 5 | Tailwind CSS 3 </a:t>
            </a:r>
            <a:r>
              <a:rPr lang="en-US" sz="1200" dirty="0" err="1">
                <a:solidFill>
                  <a:prstClr val="black"/>
                </a:solidFill>
                <a:latin typeface="Ubuntu"/>
              </a:rPr>
              <a:t>TanStack</a:t>
            </a:r>
            <a:r>
              <a:rPr lang="en-US" sz="1200" dirty="0">
                <a:solidFill>
                  <a:prstClr val="black"/>
                </a:solidFill>
                <a:latin typeface="Ubuntu"/>
              </a:rPr>
              <a:t> Query | </a:t>
            </a:r>
            <a:r>
              <a:rPr lang="en-US" sz="1200" dirty="0" err="1">
                <a:solidFill>
                  <a:prstClr val="black"/>
                </a:solidFill>
                <a:latin typeface="Ubuntu"/>
              </a:rPr>
              <a:t>VitestBackend</a:t>
            </a:r>
            <a:r>
              <a:rPr lang="en-US" sz="1200" dirty="0">
                <a:solidFill>
                  <a:prstClr val="black"/>
                </a:solidFill>
                <a:latin typeface="Ubuntu"/>
              </a:rPr>
              <a:t> : </a:t>
            </a:r>
            <a:r>
              <a:rPr lang="en-US" sz="1200" dirty="0" err="1">
                <a:solidFill>
                  <a:prstClr val="black"/>
                </a:solidFill>
                <a:latin typeface="Ubuntu"/>
              </a:rPr>
              <a:t>FastAPI</a:t>
            </a:r>
            <a:r>
              <a:rPr lang="en-US" sz="1200" dirty="0">
                <a:solidFill>
                  <a:prstClr val="black"/>
                </a:solidFill>
                <a:latin typeface="Ubuntu"/>
              </a:rPr>
              <a:t> (Python)</a:t>
            </a:r>
          </a:p>
          <a:p>
            <a:pPr marL="357188" lvl="2" indent="-179388">
              <a:lnSpc>
                <a:spcPct val="100000"/>
              </a:lnSpc>
              <a:spcBef>
                <a:spcPts val="300"/>
              </a:spcBef>
              <a:buClr>
                <a:srgbClr val="12ABDB"/>
              </a:buClr>
              <a:defRPr/>
            </a:pPr>
            <a:r>
              <a:rPr lang="en-US" sz="1200" dirty="0">
                <a:solidFill>
                  <a:prstClr val="black"/>
                </a:solidFill>
                <a:latin typeface="Ubuntu"/>
              </a:rPr>
              <a:t>Backend : </a:t>
            </a:r>
            <a:r>
              <a:rPr lang="en-US" sz="1200" dirty="0" err="1">
                <a:solidFill>
                  <a:prstClr val="black"/>
                </a:solidFill>
                <a:latin typeface="Ubuntu"/>
              </a:rPr>
              <a:t>FastAPI</a:t>
            </a:r>
            <a:r>
              <a:rPr lang="en-US" sz="1200" dirty="0">
                <a:solidFill>
                  <a:prstClr val="black"/>
                </a:solidFill>
                <a:latin typeface="Ubuntu"/>
              </a:rPr>
              <a:t> 0.128 | </a:t>
            </a:r>
            <a:r>
              <a:rPr lang="en-US" sz="1200" dirty="0" err="1">
                <a:solidFill>
                  <a:prstClr val="black"/>
                </a:solidFill>
                <a:latin typeface="Ubuntu"/>
              </a:rPr>
              <a:t>Uvicorn</a:t>
            </a:r>
            <a:r>
              <a:rPr lang="en-US" sz="1200" dirty="0">
                <a:solidFill>
                  <a:prstClr val="black"/>
                </a:solidFill>
                <a:latin typeface="Ubuntu"/>
              </a:rPr>
              <a:t> | </a:t>
            </a:r>
            <a:r>
              <a:rPr lang="en-US" sz="1200" dirty="0" err="1">
                <a:solidFill>
                  <a:prstClr val="black"/>
                </a:solidFill>
                <a:latin typeface="Ubuntu"/>
              </a:rPr>
              <a:t>SQLAlchemy</a:t>
            </a:r>
            <a:r>
              <a:rPr lang="en-US" sz="1200" dirty="0">
                <a:solidFill>
                  <a:prstClr val="black"/>
                </a:solidFill>
                <a:latin typeface="Ubuntu"/>
              </a:rPr>
              <a:t> 2.0 | </a:t>
            </a:r>
            <a:r>
              <a:rPr lang="en-US" sz="1200" dirty="0" err="1">
                <a:solidFill>
                  <a:prstClr val="black"/>
                </a:solidFill>
                <a:latin typeface="Ubuntu"/>
              </a:rPr>
              <a:t>Pydantic</a:t>
            </a:r>
            <a:r>
              <a:rPr lang="en-US" sz="1200" dirty="0">
                <a:solidFill>
                  <a:prstClr val="black"/>
                </a:solidFill>
                <a:latin typeface="Ubuntu"/>
              </a:rPr>
              <a:t> v2 | </a:t>
            </a:r>
            <a:r>
              <a:rPr lang="en-US" sz="1200" dirty="0" err="1">
                <a:solidFill>
                  <a:prstClr val="black"/>
                </a:solidFill>
                <a:latin typeface="Ubuntu"/>
              </a:rPr>
              <a:t>PyMySQL</a:t>
            </a:r>
            <a:r>
              <a:rPr lang="en-US" sz="1200" dirty="0">
                <a:solidFill>
                  <a:prstClr val="black"/>
                </a:solidFill>
                <a:latin typeface="Ubuntu"/>
              </a:rPr>
              <a:t> | SMTP | </a:t>
            </a:r>
            <a:r>
              <a:rPr lang="en-US" sz="1200" dirty="0" err="1">
                <a:solidFill>
                  <a:prstClr val="black"/>
                </a:solidFill>
                <a:latin typeface="Ubuntu"/>
              </a:rPr>
              <a:t>ReportLab</a:t>
            </a:r>
            <a:r>
              <a:rPr lang="en-US" sz="1200" dirty="0">
                <a:solidFill>
                  <a:prstClr val="black"/>
                </a:solidFill>
                <a:latin typeface="Ubuntu"/>
              </a:rPr>
              <a:t> | xhtml2pdf | </a:t>
            </a:r>
            <a:r>
              <a:rPr lang="en-US" sz="1200" dirty="0" err="1">
                <a:solidFill>
                  <a:prstClr val="black"/>
                </a:solidFill>
                <a:latin typeface="Ubuntu"/>
              </a:rPr>
              <a:t>pytest</a:t>
            </a:r>
            <a:endParaRPr lang="en-US" sz="1200" dirty="0">
              <a:solidFill>
                <a:prstClr val="black"/>
              </a:solidFill>
              <a:latin typeface="Ubuntu"/>
            </a:endParaRPr>
          </a:p>
          <a:p>
            <a:pPr marL="357188" lvl="2" indent="-179388">
              <a:lnSpc>
                <a:spcPct val="100000"/>
              </a:lnSpc>
              <a:spcBef>
                <a:spcPts val="300"/>
              </a:spcBef>
              <a:buClr>
                <a:srgbClr val="12ABDB"/>
              </a:buClr>
              <a:defRPr/>
            </a:pPr>
            <a:r>
              <a:rPr lang="en-US" sz="1200" dirty="0">
                <a:solidFill>
                  <a:prstClr val="black"/>
                </a:solidFill>
                <a:latin typeface="Ubuntu"/>
              </a:rPr>
              <a:t>AI :Mistral Vision API | </a:t>
            </a:r>
            <a:r>
              <a:rPr lang="en-US" sz="1200" dirty="0" err="1">
                <a:solidFill>
                  <a:prstClr val="black"/>
                </a:solidFill>
                <a:latin typeface="Ubuntu"/>
              </a:rPr>
              <a:t>EasyOCR</a:t>
            </a:r>
            <a:r>
              <a:rPr lang="en-US" sz="1200" dirty="0">
                <a:solidFill>
                  <a:prstClr val="black"/>
                </a:solidFill>
                <a:latin typeface="Ubuntu"/>
              </a:rPr>
              <a:t> | OpenCV</a:t>
            </a:r>
          </a:p>
          <a:p>
            <a:pPr marL="357188" lvl="2" indent="-179388">
              <a:lnSpc>
                <a:spcPct val="100000"/>
              </a:lnSpc>
              <a:spcBef>
                <a:spcPts val="300"/>
              </a:spcBef>
              <a:buClr>
                <a:srgbClr val="12ABDB"/>
              </a:buClr>
              <a:defRPr/>
            </a:pPr>
            <a:r>
              <a:rPr lang="it-IT" sz="1200" dirty="0">
                <a:solidFill>
                  <a:prstClr val="black"/>
                </a:solidFill>
                <a:latin typeface="Ubuntu"/>
              </a:rPr>
              <a:t>Database: MySQL 8.0 (Aiven cloud)</a:t>
            </a:r>
          </a:p>
          <a:p>
            <a:pPr marL="179388" marR="0" lvl="1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1A1D194-68F9-78FC-0952-72FBF0DF3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76450" y="6670358"/>
            <a:ext cx="5400000" cy="28800"/>
          </a:xfrm>
          <a:prstGeom prst="rect">
            <a:avLst/>
          </a:prstGeom>
          <a:solidFill>
            <a:srgbClr val="BA2980"/>
          </a:solidFill>
        </p:spPr>
        <p:txBody>
          <a:bodyPr vert="horz" lIns="0" tIns="0" rIns="0" bIns="0" rtlCol="0" anchor="ctr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 Medium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500517D-8466-706D-ABA2-175D8D31BCAA}"/>
              </a:ext>
            </a:extLst>
          </p:cNvPr>
          <p:cNvSpPr/>
          <p:nvPr/>
        </p:nvSpPr>
        <p:spPr>
          <a:xfrm>
            <a:off x="6528047" y="388188"/>
            <a:ext cx="1451181" cy="376516"/>
          </a:xfrm>
          <a:prstGeom prst="roundRect">
            <a:avLst/>
          </a:prstGeom>
          <a:solidFill>
            <a:srgbClr val="2EA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Energies/Utilities</a:t>
            </a:r>
          </a:p>
        </p:txBody>
      </p:sp>
      <p:sp>
        <p:nvSpPr>
          <p:cNvPr id="24" name="Freeform 77">
            <a:extLst>
              <a:ext uri="{FF2B5EF4-FFF2-40B4-BE49-F238E27FC236}">
                <a16:creationId xmlns:a16="http://schemas.microsoft.com/office/drawing/2014/main" id="{8A768FF6-FC70-673A-453F-DF766C006EBB}"/>
              </a:ext>
            </a:extLst>
          </p:cNvPr>
          <p:cNvSpPr>
            <a:spLocks noEditPoints="1"/>
          </p:cNvSpPr>
          <p:nvPr/>
        </p:nvSpPr>
        <p:spPr bwMode="auto">
          <a:xfrm>
            <a:off x="8468481" y="433141"/>
            <a:ext cx="353657" cy="263247"/>
          </a:xfrm>
          <a:custGeom>
            <a:avLst/>
            <a:gdLst>
              <a:gd name="T0" fmla="*/ 207 w 216"/>
              <a:gd name="T1" fmla="*/ 0 h 149"/>
              <a:gd name="T2" fmla="*/ 9 w 216"/>
              <a:gd name="T3" fmla="*/ 0 h 149"/>
              <a:gd name="T4" fmla="*/ 0 w 216"/>
              <a:gd name="T5" fmla="*/ 9 h 149"/>
              <a:gd name="T6" fmla="*/ 0 w 216"/>
              <a:gd name="T7" fmla="*/ 140 h 149"/>
              <a:gd name="T8" fmla="*/ 9 w 216"/>
              <a:gd name="T9" fmla="*/ 149 h 149"/>
              <a:gd name="T10" fmla="*/ 207 w 216"/>
              <a:gd name="T11" fmla="*/ 149 h 149"/>
              <a:gd name="T12" fmla="*/ 216 w 216"/>
              <a:gd name="T13" fmla="*/ 140 h 149"/>
              <a:gd name="T14" fmla="*/ 216 w 216"/>
              <a:gd name="T15" fmla="*/ 9 h 149"/>
              <a:gd name="T16" fmla="*/ 207 w 216"/>
              <a:gd name="T17" fmla="*/ 0 h 149"/>
              <a:gd name="T18" fmla="*/ 141 w 216"/>
              <a:gd name="T19" fmla="*/ 80 h 149"/>
              <a:gd name="T20" fmla="*/ 200 w 216"/>
              <a:gd name="T21" fmla="*/ 125 h 149"/>
              <a:gd name="T22" fmla="*/ 201 w 216"/>
              <a:gd name="T23" fmla="*/ 131 h 149"/>
              <a:gd name="T24" fmla="*/ 196 w 216"/>
              <a:gd name="T25" fmla="*/ 133 h 149"/>
              <a:gd name="T26" fmla="*/ 133 w 216"/>
              <a:gd name="T27" fmla="*/ 88 h 149"/>
              <a:gd name="T28" fmla="*/ 131 w 216"/>
              <a:gd name="T29" fmla="*/ 88 h 149"/>
              <a:gd name="T30" fmla="*/ 112 w 216"/>
              <a:gd name="T31" fmla="*/ 103 h 149"/>
              <a:gd name="T32" fmla="*/ 108 w 216"/>
              <a:gd name="T33" fmla="*/ 104 h 149"/>
              <a:gd name="T34" fmla="*/ 104 w 216"/>
              <a:gd name="T35" fmla="*/ 103 h 149"/>
              <a:gd name="T36" fmla="*/ 84 w 216"/>
              <a:gd name="T37" fmla="*/ 87 h 149"/>
              <a:gd name="T38" fmla="*/ 83 w 216"/>
              <a:gd name="T39" fmla="*/ 87 h 149"/>
              <a:gd name="T40" fmla="*/ 20 w 216"/>
              <a:gd name="T41" fmla="*/ 133 h 149"/>
              <a:gd name="T42" fmla="*/ 14 w 216"/>
              <a:gd name="T43" fmla="*/ 131 h 149"/>
              <a:gd name="T44" fmla="*/ 15 w 216"/>
              <a:gd name="T45" fmla="*/ 125 h 149"/>
              <a:gd name="T46" fmla="*/ 75 w 216"/>
              <a:gd name="T47" fmla="*/ 81 h 149"/>
              <a:gd name="T48" fmla="*/ 75 w 216"/>
              <a:gd name="T49" fmla="*/ 79 h 149"/>
              <a:gd name="T50" fmla="*/ 14 w 216"/>
              <a:gd name="T51" fmla="*/ 24 h 149"/>
              <a:gd name="T52" fmla="*/ 12 w 216"/>
              <a:gd name="T53" fmla="*/ 17 h 149"/>
              <a:gd name="T54" fmla="*/ 16 w 216"/>
              <a:gd name="T55" fmla="*/ 15 h 149"/>
              <a:gd name="T56" fmla="*/ 19 w 216"/>
              <a:gd name="T57" fmla="*/ 16 h 149"/>
              <a:gd name="T58" fmla="*/ 106 w 216"/>
              <a:gd name="T59" fmla="*/ 92 h 149"/>
              <a:gd name="T60" fmla="*/ 108 w 216"/>
              <a:gd name="T61" fmla="*/ 92 h 149"/>
              <a:gd name="T62" fmla="*/ 110 w 216"/>
              <a:gd name="T63" fmla="*/ 92 h 149"/>
              <a:gd name="T64" fmla="*/ 196 w 216"/>
              <a:gd name="T65" fmla="*/ 16 h 149"/>
              <a:gd name="T66" fmla="*/ 199 w 216"/>
              <a:gd name="T67" fmla="*/ 15 h 149"/>
              <a:gd name="T68" fmla="*/ 203 w 216"/>
              <a:gd name="T69" fmla="*/ 17 h 149"/>
              <a:gd name="T70" fmla="*/ 202 w 216"/>
              <a:gd name="T71" fmla="*/ 24 h 149"/>
              <a:gd name="T72" fmla="*/ 141 w 216"/>
              <a:gd name="T73" fmla="*/ 79 h 149"/>
              <a:gd name="T74" fmla="*/ 141 w 216"/>
              <a:gd name="T75" fmla="*/ 80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16" h="149">
                <a:moveTo>
                  <a:pt x="207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44"/>
                  <a:pt x="4" y="149"/>
                  <a:pt x="9" y="149"/>
                </a:cubicBezTo>
                <a:cubicBezTo>
                  <a:pt x="207" y="149"/>
                  <a:pt x="207" y="149"/>
                  <a:pt x="207" y="149"/>
                </a:cubicBezTo>
                <a:cubicBezTo>
                  <a:pt x="212" y="149"/>
                  <a:pt x="216" y="144"/>
                  <a:pt x="216" y="140"/>
                </a:cubicBezTo>
                <a:cubicBezTo>
                  <a:pt x="216" y="9"/>
                  <a:pt x="216" y="9"/>
                  <a:pt x="216" y="9"/>
                </a:cubicBezTo>
                <a:cubicBezTo>
                  <a:pt x="216" y="4"/>
                  <a:pt x="212" y="0"/>
                  <a:pt x="207" y="0"/>
                </a:cubicBezTo>
                <a:close/>
                <a:moveTo>
                  <a:pt x="141" y="80"/>
                </a:moveTo>
                <a:cubicBezTo>
                  <a:pt x="157" y="92"/>
                  <a:pt x="200" y="125"/>
                  <a:pt x="200" y="125"/>
                </a:cubicBezTo>
                <a:cubicBezTo>
                  <a:pt x="202" y="126"/>
                  <a:pt x="202" y="129"/>
                  <a:pt x="201" y="131"/>
                </a:cubicBezTo>
                <a:cubicBezTo>
                  <a:pt x="200" y="133"/>
                  <a:pt x="198" y="134"/>
                  <a:pt x="196" y="133"/>
                </a:cubicBezTo>
                <a:cubicBezTo>
                  <a:pt x="196" y="133"/>
                  <a:pt x="150" y="100"/>
                  <a:pt x="133" y="88"/>
                </a:cubicBezTo>
                <a:cubicBezTo>
                  <a:pt x="132" y="87"/>
                  <a:pt x="131" y="88"/>
                  <a:pt x="131" y="88"/>
                </a:cubicBezTo>
                <a:cubicBezTo>
                  <a:pt x="112" y="103"/>
                  <a:pt x="112" y="103"/>
                  <a:pt x="112" y="103"/>
                </a:cubicBezTo>
                <a:cubicBezTo>
                  <a:pt x="111" y="104"/>
                  <a:pt x="109" y="104"/>
                  <a:pt x="108" y="104"/>
                </a:cubicBezTo>
                <a:cubicBezTo>
                  <a:pt x="106" y="104"/>
                  <a:pt x="105" y="104"/>
                  <a:pt x="104" y="103"/>
                </a:cubicBezTo>
                <a:cubicBezTo>
                  <a:pt x="84" y="87"/>
                  <a:pt x="84" y="87"/>
                  <a:pt x="84" y="87"/>
                </a:cubicBezTo>
                <a:cubicBezTo>
                  <a:pt x="84" y="87"/>
                  <a:pt x="84" y="87"/>
                  <a:pt x="83" y="87"/>
                </a:cubicBezTo>
                <a:cubicBezTo>
                  <a:pt x="66" y="99"/>
                  <a:pt x="20" y="133"/>
                  <a:pt x="20" y="133"/>
                </a:cubicBezTo>
                <a:cubicBezTo>
                  <a:pt x="18" y="134"/>
                  <a:pt x="15" y="133"/>
                  <a:pt x="14" y="131"/>
                </a:cubicBezTo>
                <a:cubicBezTo>
                  <a:pt x="13" y="129"/>
                  <a:pt x="14" y="126"/>
                  <a:pt x="15" y="125"/>
                </a:cubicBezTo>
                <a:cubicBezTo>
                  <a:pt x="15" y="125"/>
                  <a:pt x="58" y="92"/>
                  <a:pt x="75" y="81"/>
                </a:cubicBezTo>
                <a:cubicBezTo>
                  <a:pt x="76" y="80"/>
                  <a:pt x="75" y="79"/>
                  <a:pt x="75" y="79"/>
                </a:cubicBezTo>
                <a:cubicBezTo>
                  <a:pt x="14" y="24"/>
                  <a:pt x="14" y="24"/>
                  <a:pt x="14" y="24"/>
                </a:cubicBezTo>
                <a:cubicBezTo>
                  <a:pt x="12" y="23"/>
                  <a:pt x="11" y="19"/>
                  <a:pt x="12" y="17"/>
                </a:cubicBezTo>
                <a:cubicBezTo>
                  <a:pt x="13" y="16"/>
                  <a:pt x="15" y="15"/>
                  <a:pt x="16" y="15"/>
                </a:cubicBezTo>
                <a:cubicBezTo>
                  <a:pt x="17" y="15"/>
                  <a:pt x="18" y="15"/>
                  <a:pt x="19" y="16"/>
                </a:cubicBezTo>
                <a:cubicBezTo>
                  <a:pt x="106" y="92"/>
                  <a:pt x="106" y="92"/>
                  <a:pt x="106" y="92"/>
                </a:cubicBezTo>
                <a:cubicBezTo>
                  <a:pt x="106" y="92"/>
                  <a:pt x="107" y="92"/>
                  <a:pt x="108" y="92"/>
                </a:cubicBezTo>
                <a:cubicBezTo>
                  <a:pt x="109" y="92"/>
                  <a:pt x="109" y="92"/>
                  <a:pt x="110" y="92"/>
                </a:cubicBezTo>
                <a:cubicBezTo>
                  <a:pt x="196" y="16"/>
                  <a:pt x="196" y="16"/>
                  <a:pt x="196" y="16"/>
                </a:cubicBezTo>
                <a:cubicBezTo>
                  <a:pt x="197" y="15"/>
                  <a:pt x="198" y="15"/>
                  <a:pt x="199" y="15"/>
                </a:cubicBezTo>
                <a:cubicBezTo>
                  <a:pt x="201" y="15"/>
                  <a:pt x="202" y="16"/>
                  <a:pt x="203" y="17"/>
                </a:cubicBezTo>
                <a:cubicBezTo>
                  <a:pt x="205" y="19"/>
                  <a:pt x="204" y="23"/>
                  <a:pt x="202" y="24"/>
                </a:cubicBezTo>
                <a:cubicBezTo>
                  <a:pt x="141" y="79"/>
                  <a:pt x="141" y="79"/>
                  <a:pt x="141" y="79"/>
                </a:cubicBezTo>
                <a:cubicBezTo>
                  <a:pt x="141" y="79"/>
                  <a:pt x="140" y="80"/>
                  <a:pt x="141" y="80"/>
                </a:cubicBezTo>
                <a:close/>
              </a:path>
            </a:pathLst>
          </a:custGeom>
          <a:solidFill>
            <a:srgbClr val="14596B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CBCA597-6A4A-B527-E4C8-EB86721910D9}"/>
              </a:ext>
            </a:extLst>
          </p:cNvPr>
          <p:cNvSpPr txBox="1">
            <a:spLocks/>
          </p:cNvSpPr>
          <p:nvPr/>
        </p:nvSpPr>
        <p:spPr>
          <a:xfrm>
            <a:off x="8832304" y="391422"/>
            <a:ext cx="2020668" cy="524480"/>
          </a:xfrm>
          <a:prstGeom prst="rect">
            <a:avLst/>
          </a:prstGeom>
          <a:solidFill>
            <a:schemeClr val="bg1"/>
          </a:solidFill>
        </p:spPr>
        <p:txBody>
          <a:bodyPr vert="horz" lIns="90000" tIns="54000" rIns="90000" bIns="54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marR="0" lvl="1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….@capgemini.com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79388" marR="0" lvl="1" indent="-179388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304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E6916-4DB9-8E79-6709-375E477C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78A60-2862-99CA-87F3-FE538A2EFF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L" sz="14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15C047C8-1D44-E610-D999-EC4DF1FFFD58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-175885" y="4642089"/>
            <a:ext cx="12564529" cy="2824804"/>
            <a:chOff x="5094083" y="5360390"/>
            <a:chExt cx="3039349" cy="683316"/>
          </a:xfrm>
          <a:solidFill>
            <a:schemeClr val="bg2"/>
          </a:solidFill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3DC40E92-8D5A-E34F-44D5-48FE352D8A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9F525547-B2F9-F03A-BA5F-3AF4947397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993F100D-288D-387C-3E38-EE76994265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E5352BE2-AF2F-E76E-6B31-F8EDBEED9D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24" name="Freeform: Shape 8">
              <a:extLst>
                <a:ext uri="{FF2B5EF4-FFF2-40B4-BE49-F238E27FC236}">
                  <a16:creationId xmlns:a16="http://schemas.microsoft.com/office/drawing/2014/main" id="{D64D702C-3F95-5EA6-362F-5A7F19E32B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pic>
        <p:nvPicPr>
          <p:cNvPr id="6" name="Picture 5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C883995F-9B17-198A-2C07-74EEBD06236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0478" y="180491"/>
            <a:ext cx="406400" cy="4064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5DEFBEE-14F5-8F95-9736-05A5957F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723" y="2237790"/>
            <a:ext cx="6480175" cy="929655"/>
          </a:xfrm>
        </p:spPr>
        <p:txBody>
          <a:bodyPr/>
          <a:lstStyle/>
          <a:p>
            <a:pPr algn="ctr"/>
            <a:r>
              <a:rPr lang="en-GB">
                <a:solidFill>
                  <a:schemeClr val="tx2"/>
                </a:solidFill>
              </a:rPr>
              <a:t>Make it </a:t>
            </a:r>
            <a:r>
              <a:rPr lang="en-GB">
                <a:solidFill>
                  <a:schemeClr val="accent1"/>
                </a:solidFill>
              </a:rPr>
              <a:t>real.</a:t>
            </a:r>
            <a:endParaRPr lang="en-PL">
              <a:solidFill>
                <a:schemeClr val="accent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B3C7C1-E5D9-AD6A-81C3-176B48D2AB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4709" y="3330619"/>
            <a:ext cx="6478587" cy="215900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GB" sz="2000" dirty="0">
                <a:solidFill>
                  <a:schemeClr val="tx2"/>
                </a:solidFill>
                <a:latin typeface="Ubuntu Light" panose="020B0304030602030204" pitchFamily="34" charset="0"/>
              </a:rPr>
              <a:t>Hackathon GenAI &amp; Agentic AI </a:t>
            </a:r>
            <a:endParaRPr lang="en-PL" sz="2000" dirty="0">
              <a:solidFill>
                <a:schemeClr val="tx2"/>
              </a:solidFill>
              <a:latin typeface="Ubuntu Light" panose="020B030403060203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A7162C-2043-657D-BC3D-6B138E6761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63761" y="3709694"/>
            <a:ext cx="6479535" cy="215444"/>
          </a:xfrm>
        </p:spPr>
        <p:txBody>
          <a:bodyPr/>
          <a:lstStyle/>
          <a:p>
            <a:pPr algn="ctr"/>
            <a:r>
              <a:rPr lang="fr-FR">
                <a:solidFill>
                  <a:srgbClr val="FFFFFF"/>
                </a:solidFill>
                <a:latin typeface="Ubuntu Light" panose="020B0304030602030204" pitchFamily="34" charset="0"/>
              </a:rPr>
              <a:t>2026</a:t>
            </a:r>
            <a:endParaRPr lang="en-PL">
              <a:solidFill>
                <a:srgbClr val="FFFFFF"/>
              </a:solidFill>
              <a:latin typeface="Ubuntu Light" panose="020B0304030602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81B547-B1D4-BF27-F300-1C1C4DD544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02128" y="2536529"/>
            <a:ext cx="4660490" cy="289102"/>
          </a:xfrm>
          <a:prstGeom prst="rect">
            <a:avLst/>
          </a:prstGeom>
          <a:gradFill>
            <a:gsLst>
              <a:gs pos="99000">
                <a:srgbClr val="00D5D0"/>
              </a:gs>
              <a:gs pos="0">
                <a:srgbClr val="121A38"/>
              </a:gs>
              <a:gs pos="30000">
                <a:srgbClr val="0058AB"/>
              </a:gs>
              <a:gs pos="70000">
                <a:srgbClr val="1DB7F3"/>
              </a:gs>
            </a:gsLst>
            <a:lin ang="0" scaled="0"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L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5CD76-11AF-B53F-39A2-8F7D3C3F60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96229" y="3673621"/>
            <a:ext cx="4660490" cy="289102"/>
          </a:xfrm>
          <a:prstGeom prst="rect">
            <a:avLst/>
          </a:prstGeom>
          <a:gradFill>
            <a:gsLst>
              <a:gs pos="99000">
                <a:srgbClr val="00D5D0"/>
              </a:gs>
              <a:gs pos="0">
                <a:srgbClr val="121A38"/>
              </a:gs>
              <a:gs pos="30000">
                <a:srgbClr val="0058AB"/>
              </a:gs>
              <a:gs pos="70000">
                <a:srgbClr val="1DB7F3"/>
              </a:gs>
            </a:gsLst>
            <a:lin ang="0" scaled="0"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L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" name="Speech Bubble: Rectangle with Corners Rounded 4">
            <a:extLst>
              <a:ext uri="{FF2B5EF4-FFF2-40B4-BE49-F238E27FC236}">
                <a16:creationId xmlns:a16="http://schemas.microsoft.com/office/drawing/2014/main" id="{351F8612-7D47-1189-4847-27B5A9984F42}"/>
              </a:ext>
            </a:extLst>
          </p:cNvPr>
          <p:cNvSpPr/>
          <p:nvPr/>
        </p:nvSpPr>
        <p:spPr>
          <a:xfrm>
            <a:off x="12443989" y="4045418"/>
            <a:ext cx="2908723" cy="27965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80000" rIns="1800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Security classification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Always add the appropriate security classification to the cover page and and footers (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see classification definitions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).</a:t>
            </a: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Public information</a:t>
            </a:r>
          </a:p>
          <a:p>
            <a:pPr marL="538163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confidential</a:t>
            </a:r>
          </a:p>
          <a:p>
            <a:pPr marL="53975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restricted</a:t>
            </a:r>
          </a:p>
          <a:p>
            <a:pPr marL="53975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sensitive</a:t>
            </a:r>
          </a:p>
        </p:txBody>
      </p:sp>
      <p:sp>
        <p:nvSpPr>
          <p:cNvPr id="4" name="Speech Bubble: Rectangle with Corners Rounded 4">
            <a:extLst>
              <a:ext uri="{FF2B5EF4-FFF2-40B4-BE49-F238E27FC236}">
                <a16:creationId xmlns:a16="http://schemas.microsoft.com/office/drawing/2014/main" id="{BAD28865-5405-E432-2547-82CB27C262E5}"/>
              </a:ext>
            </a:extLst>
          </p:cNvPr>
          <p:cNvSpPr/>
          <p:nvPr/>
        </p:nvSpPr>
        <p:spPr>
          <a:xfrm>
            <a:off x="12443989" y="0"/>
            <a:ext cx="2908723" cy="388539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80000" rIns="18000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4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Cover</a:t>
            </a:r>
            <a:r>
              <a:rPr kumimoji="0" lang="pl-PL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These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slide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designs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messages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are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inspirational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only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Please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modify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text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boxes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positioning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as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needed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based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on the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message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overall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composition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Always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consider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the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legibility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contrast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of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copy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content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for maximum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usability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Any and all photography in these designs is given as an example. While you can use them, it’s better to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change the photography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to match your content.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To do so, right click on the picture or placeholder to change/insert a photo.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Where to find photography: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7A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5"/>
              </a:rPr>
              <a:t>Photo library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57A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Getty images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(Recommended),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Shutterstock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B6F3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Adobe images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(check with your M&amp;C design team):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Further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examples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and </a:t>
            </a:r>
            <a:r>
              <a:rPr kumimoji="0" lang="pl-PL" sz="1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inspiration</a:t>
            </a:r>
            <a:r>
              <a:rPr kumimoji="0" lang="pl-PL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is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available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  <a:hlinkClick r:id="rId9"/>
              </a:rPr>
              <a:t>here</a:t>
            </a:r>
            <a:r>
              <a:rPr kumimoji="0" lang="pl-PL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</a:t>
            </a:r>
            <a:endParaRPr kumimoji="0" lang="pl-PL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C086C96-2A13-ECA1-5692-A97585C977F0}"/>
              </a:ext>
            </a:extLst>
          </p:cNvPr>
          <p:cNvGrpSpPr/>
          <p:nvPr/>
        </p:nvGrpSpPr>
        <p:grpSpPr>
          <a:xfrm>
            <a:off x="12697348" y="5300458"/>
            <a:ext cx="323069" cy="1431074"/>
            <a:chOff x="12744656" y="865532"/>
            <a:chExt cx="323069" cy="1431074"/>
          </a:xfrm>
        </p:grpSpPr>
        <p:pic>
          <p:nvPicPr>
            <p:cNvPr id="13" name="Picture 12" descr="A green circle with purple text&#10;&#10;AI-generated content may be incorrect.">
              <a:extLst>
                <a:ext uri="{FF2B5EF4-FFF2-40B4-BE49-F238E27FC236}">
                  <a16:creationId xmlns:a16="http://schemas.microsoft.com/office/drawing/2014/main" id="{F37386DA-994D-F5B0-48DE-B9DCC38CB555}"/>
                </a:ext>
              </a:extLst>
            </p:cNvPr>
            <p:cNvPicPr/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865532"/>
              <a:ext cx="323069" cy="323069"/>
            </a:xfrm>
            <a:prstGeom prst="rect">
              <a:avLst/>
            </a:prstGeom>
          </p:spPr>
        </p:pic>
        <p:pic>
          <p:nvPicPr>
            <p:cNvPr id="17" name="Picture 16" descr="A blue circle with white text&#10;&#10;AI-generated content may be incorrect.">
              <a:extLst>
                <a:ext uri="{FF2B5EF4-FFF2-40B4-BE49-F238E27FC236}">
                  <a16:creationId xmlns:a16="http://schemas.microsoft.com/office/drawing/2014/main" id="{7CE44BAC-DE81-7DF9-A9A3-38EED08E226A}"/>
                </a:ext>
              </a:extLst>
            </p:cNvPr>
            <p:cNvPicPr/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238626"/>
              <a:ext cx="323069" cy="323069"/>
            </a:xfrm>
            <a:prstGeom prst="rect">
              <a:avLst/>
            </a:prstGeom>
          </p:spPr>
        </p:pic>
        <p:pic>
          <p:nvPicPr>
            <p:cNvPr id="18" name="Picture 17" descr="A yellow circle with purple text&#10;&#10;AI-generated content may be incorrect.">
              <a:extLst>
                <a:ext uri="{FF2B5EF4-FFF2-40B4-BE49-F238E27FC236}">
                  <a16:creationId xmlns:a16="http://schemas.microsoft.com/office/drawing/2014/main" id="{80500474-1A43-7B45-3A27-2CE85570353E}"/>
                </a:ext>
              </a:extLst>
            </p:cNvPr>
            <p:cNvPicPr/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605918"/>
              <a:ext cx="323069" cy="323069"/>
            </a:xfrm>
            <a:prstGeom prst="rect">
              <a:avLst/>
            </a:prstGeom>
          </p:spPr>
        </p:pic>
        <p:pic>
          <p:nvPicPr>
            <p:cNvPr id="20" name="Picture 19" descr="A red circle with white text&#10;&#10;AI-generated content may be incorrect.">
              <a:extLst>
                <a:ext uri="{FF2B5EF4-FFF2-40B4-BE49-F238E27FC236}">
                  <a16:creationId xmlns:a16="http://schemas.microsoft.com/office/drawing/2014/main" id="{7E389630-3143-C2FC-B3A2-6E4114964C6A}"/>
                </a:ext>
              </a:extLst>
            </p:cNvPr>
            <p:cNvPicPr/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744656" y="1973537"/>
              <a:ext cx="323069" cy="323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5999172"/>
      </p:ext>
    </p:extLst>
  </p:cSld>
  <p:clrMapOvr>
    <a:masterClrMapping/>
  </p:clrMapOvr>
</p:sld>
</file>

<file path=ppt/theme/theme1.xml><?xml version="1.0" encoding="utf-8"?>
<a:theme xmlns:a="http://schemas.openxmlformats.org/drawingml/2006/main" name="1_Capgemini_2024">
  <a:themeElements>
    <a:clrScheme name="Capgemini 2024">
      <a:dk1>
        <a:sysClr val="windowText" lastClr="000000"/>
      </a:dk1>
      <a:lt1>
        <a:srgbClr val="FFFFFF"/>
      </a:lt1>
      <a:dk2>
        <a:srgbClr val="000000"/>
      </a:dk2>
      <a:lt2>
        <a:srgbClr val="F6F6F6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00BFBF"/>
      </a:accent6>
      <a:hlink>
        <a:srgbClr val="00929B"/>
      </a:hlink>
      <a:folHlink>
        <a:srgbClr val="00BFBF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>
    <a:extraClrScheme>
      <a:clrScheme name="">
        <a:dk1>
          <a:srgbClr val="000000"/>
        </a:dk1>
        <a:lt1>
          <a:srgbClr val="FFFFFF"/>
        </a:lt1>
        <a:dk2>
          <a:srgbClr val="2B0A3D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4.potx  -  Lecture seule" id="{D6F986E7-F5C0-4DA9-BBC4-3DFD7E8F0446}" vid="{FD362A3A-4AE9-4226-A6E6-8E610B252BCE}"/>
    </a:ext>
  </a:extLst>
</a:theme>
</file>

<file path=ppt/theme/theme2.xml><?xml version="1.0" encoding="utf-8"?>
<a:theme xmlns:a="http://schemas.openxmlformats.org/drawingml/2006/main" name="Capgemini_2024">
  <a:themeElements>
    <a:clrScheme name="Capgemini 2024">
      <a:dk1>
        <a:sysClr val="windowText" lastClr="000000"/>
      </a:dk1>
      <a:lt1>
        <a:srgbClr val="FFFFFF"/>
      </a:lt1>
      <a:dk2>
        <a:srgbClr val="000000"/>
      </a:dk2>
      <a:lt2>
        <a:srgbClr val="F6F6F6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00BFBF"/>
      </a:accent6>
      <a:hlink>
        <a:srgbClr val="00929B"/>
      </a:hlink>
      <a:folHlink>
        <a:srgbClr val="00BFBF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>
    <a:extraClrScheme>
      <a:clrScheme name="">
        <a:dk1>
          <a:srgbClr val="000000"/>
        </a:dk1>
        <a:lt1>
          <a:srgbClr val="FFFFFF"/>
        </a:lt1>
        <a:dk2>
          <a:srgbClr val="2B0A3D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4.potx  -  Lecture seule" id="{D6F986E7-F5C0-4DA9-BBC4-3DFD7E8F0446}" vid="{FD362A3A-4AE9-4226-A6E6-8E610B252BCE}"/>
    </a:ext>
  </a:extLst>
</a:theme>
</file>

<file path=ppt/theme/theme3.xml><?xml version="1.0" encoding="utf-8"?>
<a:theme xmlns:a="http://schemas.openxmlformats.org/drawingml/2006/main" name="1_Capgemini_Dark_2025">
  <a:themeElements>
    <a:clrScheme name="Capgemini Blue 2026">
      <a:dk1>
        <a:srgbClr val="000000"/>
      </a:dk1>
      <a:lt1>
        <a:srgbClr val="FFFFFF"/>
      </a:lt1>
      <a:dk2>
        <a:srgbClr val="0057AB"/>
      </a:dk2>
      <a:lt2>
        <a:srgbClr val="FFFFFF"/>
      </a:lt2>
      <a:accent1>
        <a:srgbClr val="1DB6F3"/>
      </a:accent1>
      <a:accent2>
        <a:srgbClr val="111937"/>
      </a:accent2>
      <a:accent3>
        <a:srgbClr val="00D5D0"/>
      </a:accent3>
      <a:accent4>
        <a:srgbClr val="FEB100"/>
      </a:accent4>
      <a:accent5>
        <a:srgbClr val="FF816E"/>
      </a:accent5>
      <a:accent6>
        <a:srgbClr val="D4D5F2"/>
      </a:accent6>
      <a:hlink>
        <a:srgbClr val="1DB7F3"/>
      </a:hlink>
      <a:folHlink>
        <a:srgbClr val="77D3F7"/>
      </a:folHlink>
    </a:clrScheme>
    <a:fontScheme name="Capgemini 2024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Turquoise on Dark">
      <a:srgbClr val="00D5D0"/>
    </a:custClr>
    <a:custClr name="Amber on Dark">
      <a:srgbClr val="FEB100"/>
    </a:custClr>
    <a:custClr name="Coral on Dark">
      <a:srgbClr val="FF816E"/>
    </a:custClr>
    <a:custClr name="Lilac on Dark">
      <a:srgbClr val="D4D5F2"/>
    </a:custClr>
    <a:custClr name="Teal on Light">
      <a:srgbClr val="00828E"/>
    </a:custClr>
    <a:custClr name="Burnt Orange on Light">
      <a:srgbClr val="BE4D01"/>
    </a:custClr>
    <a:custClr name="Maroon on Light">
      <a:srgbClr val="903137"/>
    </a:custClr>
    <a:custClr name="Mauve on Light">
      <a:srgbClr val="725F9F"/>
    </a:custClr>
  </a:custClrLst>
  <a:extLst>
    <a:ext uri="{05A4C25C-085E-4340-85A3-A5531E510DB2}">
      <thm15:themeFamily xmlns:thm15="http://schemas.microsoft.com/office/thememl/2012/main" name="Invent Germany Template_dark_2025_BasicSH.pptx" id="{898DD996-47A1-4FA9-8D07-E3315E4CD9BB}" vid="{AA3F560B-FC8E-437F-B32F-4E086DE019E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462</Words>
  <Application>Microsoft Office PowerPoint</Application>
  <PresentationFormat>Grand écran</PresentationFormat>
  <Paragraphs>57</Paragraphs>
  <Slides>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3</vt:i4>
      </vt:variant>
    </vt:vector>
  </HeadingPairs>
  <TitlesOfParts>
    <vt:vector size="14" baseType="lpstr">
      <vt:lpstr>Aptos</vt:lpstr>
      <vt:lpstr>Arial</vt:lpstr>
      <vt:lpstr>System Font Regular</vt:lpstr>
      <vt:lpstr>Ubuntu</vt:lpstr>
      <vt:lpstr>Ubuntu Light</vt:lpstr>
      <vt:lpstr>Ubuntu Medium</vt:lpstr>
      <vt:lpstr>Verdana</vt:lpstr>
      <vt:lpstr>Wingdings</vt:lpstr>
      <vt:lpstr>1_Capgemini_2024</vt:lpstr>
      <vt:lpstr>Capgemini_2024</vt:lpstr>
      <vt:lpstr>1_Capgemini_Dark_2025</vt:lpstr>
      <vt:lpstr>Hackathon National  Gen AI &amp; Agentic AI</vt:lpstr>
      <vt:lpstr>Intelligent Customer Request Processing – Electricity Contractualization</vt:lpstr>
      <vt:lpstr>Make it real.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GOUJJAN, NADA</dc:creator>
  <cp:lastModifiedBy>Youssef Naoui</cp:lastModifiedBy>
  <cp:revision>4</cp:revision>
  <dcterms:created xsi:type="dcterms:W3CDTF">2026-01-29T10:11:32Z</dcterms:created>
  <dcterms:modified xsi:type="dcterms:W3CDTF">2026-01-30T16:11:37Z</dcterms:modified>
</cp:coreProperties>
</file>